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98c5342bc6477c" /><Relationship Type="http://schemas.openxmlformats.org/officeDocument/2006/relationships/extended-properties" Target="/docProps/app.xml" Id="R5057a5dcacd94b54" /><Relationship Type="http://schemas.openxmlformats.org/officeDocument/2006/relationships/officeDocument" Target="/ppt/presentation.xml" Id="Rd7754bff6d7342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12f55ee0434f00"/>
  </p:sldMasterIdLst>
  <p:notesMasterIdLst>
    <p:notesMasterId xmlns:r="http://schemas.openxmlformats.org/officeDocument/2006/relationships" r:id="Rdb85da6e020b4a65"/>
  </p:notesMasterIdLst>
  <p:sldIdLst>
    <p:sldId xmlns:r="http://schemas.openxmlformats.org/officeDocument/2006/relationships" id="256" r:id="R066126d1c6034a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ca99e1793a45c6" /><Relationship Type="http://schemas.openxmlformats.org/officeDocument/2006/relationships/slideMaster" Target="/ppt/slideMasters/slideMaster1.xml" Id="R2b12f55ee0434f00" /><Relationship Type="http://schemas.openxmlformats.org/officeDocument/2006/relationships/notesMaster" Target="/ppt/notesMasters/notesMaster1.xml" Id="Rdb85da6e020b4a65" /><Relationship Type="http://schemas.openxmlformats.org/officeDocument/2006/relationships/presProps" Target="/ppt/presProps.xml" Id="Reb89e2e3d5034c88" /><Relationship Type="http://schemas.openxmlformats.org/officeDocument/2006/relationships/tableStyles" Target="/ppt/tableStyles.xml" Id="Rf3d748243ce14293" /><Relationship Type="http://schemas.openxmlformats.org/officeDocument/2006/relationships/slide" Target="/ppt/slides/slide1.xml" Id="R066126d1c6034a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cc166a682f48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8988e7b658473c" /><Relationship Type="http://schemas.openxmlformats.org/officeDocument/2006/relationships/notesMaster" Target="/ppt/notesMasters/notesMaster1.xml" Id="Rbbea6283c93f48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9aeea16cc44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2b702bf7044e1b" /><Relationship Type="http://schemas.openxmlformats.org/officeDocument/2006/relationships/slideLayout" Target="/ppt/slideLayouts/slideLayout1.xml" Id="R865fd89a9d3240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5fd89a9d3240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da11ac9a54529" /><Relationship Type="http://schemas.openxmlformats.org/officeDocument/2006/relationships/notesSlide" Target="/ppt/notesSlides/notesSlide1.xml" Id="R80b150b4730848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58E670C-7273-4FD7-B056-356F1668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07 / 架构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DA8FF780-74A5-4E10-BFF7-720313F5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18D44264-EA41-499F-BC18-4A4AF7F5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D063B9-53E3-452C-B68A-45EACD47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LLM Wiki 的三层架构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6998DEEC-5657-45A4-ABCA-6D998E8D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raw / wiki / schema：事实来源、知识产物与维护规则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E52C0C-C8FA-4566-BAF1-12FB70AB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07 / 20</a:t>
            </a:r>
          </a:p>
        </p:txBody>
      </p:sp>
      <p:sp>
        <p:nvSpPr>
          <p:cNvPr id="7" name="raw-layer-tab">
            <a:extLst xmlns:a="http://schemas.openxmlformats.org/drawingml/2006/main">
              <a:ext uri="{FF2B5EF4-FFF2-40B4-BE49-F238E27FC236}">
                <a16:creationId xmlns:a16="http://schemas.microsoft.com/office/drawing/2014/main" id="{92B89A83-8A7B-41E7-8D01-010C41E2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38400"/>
            <a:ext cx="742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8" name="raw-layer">
            <a:extLst xmlns:a="http://schemas.openxmlformats.org/drawingml/2006/main">
              <a:ext uri="{FF2B5EF4-FFF2-40B4-BE49-F238E27FC236}">
                <a16:creationId xmlns:a16="http://schemas.microsoft.com/office/drawing/2014/main" id="{64E2FEDB-261B-404D-8959-75D79A1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71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raw/</a:t>
            </a:r>
          </a:p>
        </p:txBody>
      </p:sp>
      <p:sp>
        <p:nvSpPr>
          <p:cNvPr id="9" name="raw-desc">
            <a:extLst xmlns:a="http://schemas.openxmlformats.org/drawingml/2006/main">
              <a:ext uri="{FF2B5EF4-FFF2-40B4-BE49-F238E27FC236}">
                <a16:creationId xmlns:a16="http://schemas.microsoft.com/office/drawing/2014/main" id="{04B16193-1098-410D-A56E-2EB2CF95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95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原始资料</a:t>
            </a:r>
          </a:p>
          <a:p xmlns:a="http://schemas.openxmlformats.org/drawingml/2006/main">
            <a:pPr algn="ctr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文章 / 论文 / 图片 / 视频</a:t>
            </a:r>
          </a:p>
          <a:p xmlns:a="http://schemas.openxmlformats.org/drawingml/2006/main">
            <a:pPr algn="ctr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不可变，LLM 只读</a:t>
            </a:r>
          </a:p>
        </p:txBody>
      </p:sp>
      <p:sp>
        <p:nvSpPr>
          <p:cNvPr id="10" name="wiki-layer-tab">
            <a:extLst xmlns:a="http://schemas.openxmlformats.org/drawingml/2006/main">
              <a:ext uri="{FF2B5EF4-FFF2-40B4-BE49-F238E27FC236}">
                <a16:creationId xmlns:a16="http://schemas.microsoft.com/office/drawing/2014/main" id="{A6F584AA-CE22-462D-A21C-6992DEE2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247900"/>
            <a:ext cx="742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0BF"/>
            </a:solidFill>
            <a:prstDash val="solid"/>
          </a:ln>
        </p:spPr>
      </p:sp>
      <p:sp>
        <p:nvSpPr>
          <p:cNvPr id="11" name="wiki-layer">
            <a:extLst xmlns:a="http://schemas.openxmlformats.org/drawingml/2006/main">
              <a:ext uri="{FF2B5EF4-FFF2-40B4-BE49-F238E27FC236}">
                <a16:creationId xmlns:a16="http://schemas.microsoft.com/office/drawing/2014/main" id="{A9C0AD57-B812-4423-80D9-90FB8A6E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2000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wiki/</a:t>
            </a:r>
          </a:p>
        </p:txBody>
      </p:sp>
      <p:sp>
        <p:nvSpPr>
          <p:cNvPr id="12" name="wiki-desc">
            <a:extLst xmlns:a="http://schemas.openxmlformats.org/drawingml/2006/main">
              <a:ext uri="{FF2B5EF4-FFF2-40B4-BE49-F238E27FC236}">
                <a16:creationId xmlns:a16="http://schemas.microsoft.com/office/drawing/2014/main" id="{1595E751-5D65-4656-A5C7-BEBA122F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LLM 生成的 Markdown 页面</a:t>
            </a:r>
          </a:p>
          <a:p xmlns:a="http://schemas.openxmlformats.org/drawingml/2006/main">
            <a:pPr algn="ctr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summaries / entities / concepts</a:t>
            </a:r>
          </a:p>
          <a:p xmlns:a="http://schemas.openxmlformats.org/drawingml/2006/main">
            <a:pPr algn="ctr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comparisons / syntheses ...</a:t>
            </a:r>
          </a:p>
        </p:txBody>
      </p:sp>
      <p:sp>
        <p:nvSpPr>
          <p:cNvPr id="13" name="schema-layer">
            <a:extLst xmlns:a="http://schemas.openxmlformats.org/drawingml/2006/main">
              <a:ext uri="{FF2B5EF4-FFF2-40B4-BE49-F238E27FC236}">
                <a16:creationId xmlns:a16="http://schemas.microsoft.com/office/drawing/2014/main" id="{F1CD4312-E954-4E76-B80A-6BDAD7D4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190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schema-layer-accent">
            <a:extLst xmlns:a="http://schemas.openxmlformats.org/drawingml/2006/main">
              <a:ext uri="{FF2B5EF4-FFF2-40B4-BE49-F238E27FC236}">
                <a16:creationId xmlns:a16="http://schemas.microsoft.com/office/drawing/2014/main" id="{5C64C0D8-FDEF-44D5-8625-B16E5B18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5" name="schema-layer-title">
            <a:extLst xmlns:a="http://schemas.openxmlformats.org/drawingml/2006/main">
              <a:ext uri="{FF2B5EF4-FFF2-40B4-BE49-F238E27FC236}">
                <a16:creationId xmlns:a16="http://schemas.microsoft.com/office/drawing/2014/main" id="{7E121B0E-1CA9-4208-A4D1-277F6BD7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289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16"/>
                </a:solidFill>
              </a:defRPr>
            </a:pPr>
            <a:r>
              <a:rPr sz="1650" b="1">
                <a:solidFill>
                  <a:srgbClr val="101816"/>
                </a:solidFill>
              </a:rPr>
              <a:t>schema</a:t>
            </a:r>
          </a:p>
        </p:txBody>
      </p:sp>
      <p:sp>
        <p:nvSpPr>
          <p:cNvPr id="16" name="schema-layer-detail">
            <a:extLst xmlns:a="http://schemas.openxmlformats.org/drawingml/2006/main">
              <a:ext uri="{FF2B5EF4-FFF2-40B4-BE49-F238E27FC236}">
                <a16:creationId xmlns:a16="http://schemas.microsoft.com/office/drawing/2014/main" id="{CB8EBC6B-EF7E-4F08-9147-6F13A0CB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33700"/>
            <a:ext cx="1885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AGENTS.md / CLAUDE.md</a:t>
            </a:r>
          </a:p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告诉 LLM 如何维护 Wiki</a:t>
            </a:r>
          </a:p>
        </p:txBody>
      </p:sp>
      <p:sp>
        <p:nvSpPr>
          <p:cNvPr id="17" name="schema-desc">
            <a:extLst xmlns:a="http://schemas.openxmlformats.org/drawingml/2006/main">
              <a:ext uri="{FF2B5EF4-FFF2-40B4-BE49-F238E27FC236}">
                <a16:creationId xmlns:a16="http://schemas.microsoft.com/office/drawing/2014/main" id="{AA8A8B1D-56F6-4EF5-92BB-B5A23E0D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关键配置文件：让 LLM 成为有纪律的维护者，而不是普通聊天机器人。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619375" y="3000375"/>
            <a:ext cx="228600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905625" y="3000375"/>
            <a:ext cx="1952625" cy="476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13" idx="2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>
            <a:off x="5905500" y="3619500"/>
            <a:ext cx="404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AFA6"/>
            </a:solidFill>
            <a:prstDash val="dash"/>
            <a:tailEnd type="arrow" w="sm" len="sm"/>
          </a:ln>
        </p:spPr>
      </p:cxnSp>
      <p:sp>
        <p:nvSpPr>
          <p:cNvPr id="21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E81B9B0C-BB7A-4F49-84E0-CEE743CF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2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06F969B8-6F6A-41CB-81E0-7B1BDA47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3" name="bottom-note">
            <a:extLst xmlns:a="http://schemas.openxmlformats.org/drawingml/2006/main">
              <a:ext uri="{FF2B5EF4-FFF2-40B4-BE49-F238E27FC236}">
                <a16:creationId xmlns:a16="http://schemas.microsoft.com/office/drawing/2014/main" id="{B8FF15A6-A3DD-4C24-BC1B-99F5AD9A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LLM Wiki 不是把所有资料混在一起，而是分成三层：raw 保留事实来源，wiki 承载结构化知识，schema 规定维护方式和工作流。</a:t>
            </a:r>
          </a:p>
        </p:txBody>
      </p:sp>
    </p:spTree>
    <p:extLst>
      <p:ext uri="{BB962C8B-B14F-4D97-AF65-F5344CB8AC3E}">
        <p14:creationId xmlns:p14="http://schemas.microsoft.com/office/powerpoint/2010/main" val="85603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2026-06-22T17:50:59.5050000Z</dcterms:created>
  <dcterms:modified xsi:type="dcterms:W3CDTF">2026-06-22T17:50:59.5050000Z</dcterms:modified>
</coreProperties>
</file>