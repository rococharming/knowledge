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b31b5928154375" /><Relationship Type="http://schemas.openxmlformats.org/officeDocument/2006/relationships/extended-properties" Target="/docProps/app.xml" Id="R991d2f778d68435a" /><Relationship Type="http://schemas.openxmlformats.org/officeDocument/2006/relationships/officeDocument" Target="/ppt/presentation.xml" Id="R9255b41fb8854d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803011ca1f42d5"/>
  </p:sldMasterIdLst>
  <p:notesMasterIdLst>
    <p:notesMasterId xmlns:r="http://schemas.openxmlformats.org/officeDocument/2006/relationships" r:id="Ra1723588a3744ced"/>
  </p:notesMasterIdLst>
  <p:sldIdLst>
    <p:sldId xmlns:r="http://schemas.openxmlformats.org/officeDocument/2006/relationships" id="256" r:id="R6436493941484425"/>
    <p:sldId xmlns:r="http://schemas.openxmlformats.org/officeDocument/2006/relationships" id="257" r:id="R548456eab98948ee"/>
    <p:sldId xmlns:r="http://schemas.openxmlformats.org/officeDocument/2006/relationships" id="258" r:id="R20690ca311aa496c"/>
    <p:sldId xmlns:r="http://schemas.openxmlformats.org/officeDocument/2006/relationships" id="259" r:id="R79d42033338c4cd7"/>
    <p:sldId xmlns:r="http://schemas.openxmlformats.org/officeDocument/2006/relationships" id="260" r:id="R42bbdf0f5c95477f"/>
    <p:sldId xmlns:r="http://schemas.openxmlformats.org/officeDocument/2006/relationships" id="261" r:id="R4c3edf3010cf44ab"/>
    <p:sldId xmlns:r="http://schemas.openxmlformats.org/officeDocument/2006/relationships" id="262" r:id="R54ac1349cdd8480b"/>
    <p:sldId xmlns:r="http://schemas.openxmlformats.org/officeDocument/2006/relationships" id="263" r:id="Rf90e9a96b9804488"/>
    <p:sldId xmlns:r="http://schemas.openxmlformats.org/officeDocument/2006/relationships" id="264" r:id="R504122d21c9d4a7d"/>
    <p:sldId xmlns:r="http://schemas.openxmlformats.org/officeDocument/2006/relationships" id="265" r:id="R77224f2dac2e4536"/>
    <p:sldId xmlns:r="http://schemas.openxmlformats.org/officeDocument/2006/relationships" id="266" r:id="Raed929fc219942a5"/>
    <p:sldId xmlns:r="http://schemas.openxmlformats.org/officeDocument/2006/relationships" id="267" r:id="R98a2586919e149f3"/>
    <p:sldId xmlns:r="http://schemas.openxmlformats.org/officeDocument/2006/relationships" id="268" r:id="R0fb8479252ab4dd7"/>
    <p:sldId xmlns:r="http://schemas.openxmlformats.org/officeDocument/2006/relationships" id="269" r:id="R6f7b7fddd7dd4efa"/>
    <p:sldId xmlns:r="http://schemas.openxmlformats.org/officeDocument/2006/relationships" id="270" r:id="Rd179a896f5144c11"/>
    <p:sldId xmlns:r="http://schemas.openxmlformats.org/officeDocument/2006/relationships" id="271" r:id="R92f088d2a1e24bfd"/>
    <p:sldId xmlns:r="http://schemas.openxmlformats.org/officeDocument/2006/relationships" id="272" r:id="R9a6bb09b660447aa"/>
    <p:sldId xmlns:r="http://schemas.openxmlformats.org/officeDocument/2006/relationships" id="273" r:id="Rde2b83e1391e42ae"/>
    <p:sldId xmlns:r="http://schemas.openxmlformats.org/officeDocument/2006/relationships" id="274" r:id="R1e6abbd995d3486e"/>
    <p:sldId xmlns:r="http://schemas.openxmlformats.org/officeDocument/2006/relationships" id="275" r:id="Rdf95d3635d37485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a7e06f2a7e44de" /><Relationship Type="http://schemas.openxmlformats.org/officeDocument/2006/relationships/slideMaster" Target="/ppt/slideMasters/slideMaster1.xml" Id="Rbe803011ca1f42d5" /><Relationship Type="http://schemas.openxmlformats.org/officeDocument/2006/relationships/notesMaster" Target="/ppt/notesMasters/notesMaster1.xml" Id="Ra1723588a3744ced" /><Relationship Type="http://schemas.openxmlformats.org/officeDocument/2006/relationships/presProps" Target="/ppt/presProps.xml" Id="Re074fd0575224890" /><Relationship Type="http://schemas.openxmlformats.org/officeDocument/2006/relationships/tableStyles" Target="/ppt/tableStyles.xml" Id="Rb8cd222177dc4f88" /><Relationship Type="http://schemas.openxmlformats.org/officeDocument/2006/relationships/slide" Target="/ppt/slides/slide1.xml" Id="R6436493941484425" /><Relationship Type="http://schemas.openxmlformats.org/officeDocument/2006/relationships/slide" Target="/ppt/slides/slide2.xml" Id="R548456eab98948ee" /><Relationship Type="http://schemas.openxmlformats.org/officeDocument/2006/relationships/slide" Target="/ppt/slides/slide3.xml" Id="R20690ca311aa496c" /><Relationship Type="http://schemas.openxmlformats.org/officeDocument/2006/relationships/slide" Target="/ppt/slides/slide4.xml" Id="R79d42033338c4cd7" /><Relationship Type="http://schemas.openxmlformats.org/officeDocument/2006/relationships/slide" Target="/ppt/slides/slide5.xml" Id="R42bbdf0f5c95477f" /><Relationship Type="http://schemas.openxmlformats.org/officeDocument/2006/relationships/slide" Target="/ppt/slides/slide6.xml" Id="R4c3edf3010cf44ab" /><Relationship Type="http://schemas.openxmlformats.org/officeDocument/2006/relationships/slide" Target="/ppt/slides/slide7.xml" Id="R54ac1349cdd8480b" /><Relationship Type="http://schemas.openxmlformats.org/officeDocument/2006/relationships/slide" Target="/ppt/slides/slide8.xml" Id="Rf90e9a96b9804488" /><Relationship Type="http://schemas.openxmlformats.org/officeDocument/2006/relationships/slide" Target="/ppt/slides/slide9.xml" Id="R504122d21c9d4a7d" /><Relationship Type="http://schemas.openxmlformats.org/officeDocument/2006/relationships/slide" Target="/ppt/slides/slide10.xml" Id="R77224f2dac2e4536" /><Relationship Type="http://schemas.openxmlformats.org/officeDocument/2006/relationships/slide" Target="/ppt/slides/slide11.xml" Id="Raed929fc219942a5" /><Relationship Type="http://schemas.openxmlformats.org/officeDocument/2006/relationships/slide" Target="/ppt/slides/slide12.xml" Id="R98a2586919e149f3" /><Relationship Type="http://schemas.openxmlformats.org/officeDocument/2006/relationships/slide" Target="/ppt/slides/slide13.xml" Id="R0fb8479252ab4dd7" /><Relationship Type="http://schemas.openxmlformats.org/officeDocument/2006/relationships/slide" Target="/ppt/slides/slide14.xml" Id="R6f7b7fddd7dd4efa" /><Relationship Type="http://schemas.openxmlformats.org/officeDocument/2006/relationships/slide" Target="/ppt/slides/slide15.xml" Id="Rd179a896f5144c11" /><Relationship Type="http://schemas.openxmlformats.org/officeDocument/2006/relationships/slide" Target="/ppt/slides/slide16.xml" Id="R92f088d2a1e24bfd" /><Relationship Type="http://schemas.openxmlformats.org/officeDocument/2006/relationships/slide" Target="/ppt/slides/slide17.xml" Id="R9a6bb09b660447aa" /><Relationship Type="http://schemas.openxmlformats.org/officeDocument/2006/relationships/slide" Target="/ppt/slides/slide18.xml" Id="Rde2b83e1391e42ae" /><Relationship Type="http://schemas.openxmlformats.org/officeDocument/2006/relationships/slide" Target="/ppt/slides/slide19.xml" Id="R1e6abbd995d3486e" /><Relationship Type="http://schemas.openxmlformats.org/officeDocument/2006/relationships/slide" Target="/ppt/slides/slide20.xml" Id="Rdf95d3635d3748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5f2a6b750247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46dd479c1e4078" /><Relationship Type="http://schemas.openxmlformats.org/officeDocument/2006/relationships/notesMaster" Target="/ppt/notesMasters/notesMaster1.xml" Id="Rb550056421204c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6a2e0679224ab1" /><Relationship Type="http://schemas.openxmlformats.org/officeDocument/2006/relationships/notesMaster" Target="/ppt/notesMasters/notesMaster1.xml" Id="R201a21db393f45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6d31f4fff6407d" /><Relationship Type="http://schemas.openxmlformats.org/officeDocument/2006/relationships/notesMaster" Target="/ppt/notesMasters/notesMaster1.xml" Id="Rfe6434559cc444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7ecb0c88124e4e" /><Relationship Type="http://schemas.openxmlformats.org/officeDocument/2006/relationships/notesMaster" Target="/ppt/notesMasters/notesMaster1.xml" Id="R56ae2cd158af44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3e9e5630d64431" /><Relationship Type="http://schemas.openxmlformats.org/officeDocument/2006/relationships/notesMaster" Target="/ppt/notesMasters/notesMaster1.xml" Id="R40a9d81d8b304e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26c644c73040ca" /><Relationship Type="http://schemas.openxmlformats.org/officeDocument/2006/relationships/notesMaster" Target="/ppt/notesMasters/notesMaster1.xml" Id="R020885f8d1794d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d5cd9d778d4ccd" /><Relationship Type="http://schemas.openxmlformats.org/officeDocument/2006/relationships/notesMaster" Target="/ppt/notesMasters/notesMaster1.xml" Id="Rfbbe6edfa37943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d78776df3e4031" /><Relationship Type="http://schemas.openxmlformats.org/officeDocument/2006/relationships/notesMaster" Target="/ppt/notesMasters/notesMaster1.xml" Id="R720575b648d741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398b677edb42ae" /><Relationship Type="http://schemas.openxmlformats.org/officeDocument/2006/relationships/notesMaster" Target="/ppt/notesMasters/notesMaster1.xml" Id="R24149c04439140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74f99a643c4f06" /><Relationship Type="http://schemas.openxmlformats.org/officeDocument/2006/relationships/notesMaster" Target="/ppt/notesMasters/notesMaster1.xml" Id="R166cd57523b24e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07feefdfb54927" /><Relationship Type="http://schemas.openxmlformats.org/officeDocument/2006/relationships/notesMaster" Target="/ppt/notesMasters/notesMaster1.xml" Id="R9d3d65b5571f4c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8e9f018207425f" /><Relationship Type="http://schemas.openxmlformats.org/officeDocument/2006/relationships/notesMaster" Target="/ppt/notesMasters/notesMaster1.xml" Id="Rc695396a238a4e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6b65b196f741ec" /><Relationship Type="http://schemas.openxmlformats.org/officeDocument/2006/relationships/notesMaster" Target="/ppt/notesMasters/notesMaster1.xml" Id="Rf3f47d98705c41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d46f0f0344407e" /><Relationship Type="http://schemas.openxmlformats.org/officeDocument/2006/relationships/notesMaster" Target="/ppt/notesMasters/notesMaster1.xml" Id="R8bab10c2cc2045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7fbe7470ae485e" /><Relationship Type="http://schemas.openxmlformats.org/officeDocument/2006/relationships/notesMaster" Target="/ppt/notesMasters/notesMaster1.xml" Id="R9597cfda63ce4f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f1665757374796" /><Relationship Type="http://schemas.openxmlformats.org/officeDocument/2006/relationships/notesMaster" Target="/ppt/notesMasters/notesMaster1.xml" Id="R3c6a648d490049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b61ec9bd9994369" /><Relationship Type="http://schemas.openxmlformats.org/officeDocument/2006/relationships/notesMaster" Target="/ppt/notesMasters/notesMaster1.xml" Id="R59f7f0109c51430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9013aba52744aad" /><Relationship Type="http://schemas.openxmlformats.org/officeDocument/2006/relationships/notesMaster" Target="/ppt/notesMasters/notesMaster1.xml" Id="R4c8e482fd53e4fb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f2b51d739854a93" /><Relationship Type="http://schemas.openxmlformats.org/officeDocument/2006/relationships/notesMaster" Target="/ppt/notesMasters/notesMaster1.xml" Id="R5ca686cc711541e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ee7caaec6e445d1" /><Relationship Type="http://schemas.openxmlformats.org/officeDocument/2006/relationships/notesMaster" Target="/ppt/notesMasters/notesMaster1.xml" Id="Rd7c993f5071340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f940d1ad054c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a70e9766be4e82" /><Relationship Type="http://schemas.openxmlformats.org/officeDocument/2006/relationships/slideLayout" Target="/ppt/slideLayouts/slideLayout1.xml" Id="R5cb739c2d14946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b739c2d14946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1cd50610c4820" /><Relationship Type="http://schemas.openxmlformats.org/officeDocument/2006/relationships/image" Target="/ppt/media/image.png" Id="Re355d43ed3584705" /><Relationship Type="http://schemas.openxmlformats.org/officeDocument/2006/relationships/notesSlide" Target="/ppt/notesSlides/notesSlide1.xml" Id="R69e15e0a05604a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8afe996004c21" /><Relationship Type="http://schemas.openxmlformats.org/officeDocument/2006/relationships/image" Target="/ppt/media/image2.png" Id="R541bf7ad7a0e409a" /><Relationship Type="http://schemas.openxmlformats.org/officeDocument/2006/relationships/notesSlide" Target="/ppt/notesSlides/notesSlide2.xml" Id="R17dc2131139641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4a9c01af24d04" /><Relationship Type="http://schemas.openxmlformats.org/officeDocument/2006/relationships/image" Target="/ppt/media/image3.png" Id="R222bc3dd8c684fd5" /><Relationship Type="http://schemas.openxmlformats.org/officeDocument/2006/relationships/notesSlide" Target="/ppt/notesSlides/notesSlide3.xml" Id="Rf29d462343224e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ef80c6da04693" /><Relationship Type="http://schemas.openxmlformats.org/officeDocument/2006/relationships/image" Target="/ppt/media/image4.png" Id="Rc1c20df2d15f469e" /><Relationship Type="http://schemas.openxmlformats.org/officeDocument/2006/relationships/notesSlide" Target="/ppt/notesSlides/notesSlide4.xml" Id="R436e3a363b1c45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3e8ea1cf24809" /><Relationship Type="http://schemas.openxmlformats.org/officeDocument/2006/relationships/image" Target="/ppt/media/image5.png" Id="Rc79a78dcb2564dc8" /><Relationship Type="http://schemas.openxmlformats.org/officeDocument/2006/relationships/notesSlide" Target="/ppt/notesSlides/notesSlide5.xml" Id="Rbc113bc0b61146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28eb1382b493a" /><Relationship Type="http://schemas.openxmlformats.org/officeDocument/2006/relationships/image" Target="/ppt/media/image6.png" Id="R09bb2d500ac749d0" /><Relationship Type="http://schemas.openxmlformats.org/officeDocument/2006/relationships/notesSlide" Target="/ppt/notesSlides/notesSlide6.xml" Id="Rcbd16148a39e4b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5b34cf2b14eae" /><Relationship Type="http://schemas.openxmlformats.org/officeDocument/2006/relationships/image" Target="/ppt/media/image7.png" Id="Rddd6622b09f04561" /><Relationship Type="http://schemas.openxmlformats.org/officeDocument/2006/relationships/notesSlide" Target="/ppt/notesSlides/notesSlide7.xml" Id="Ra149d9e8340c45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b80d9754c4158" /><Relationship Type="http://schemas.openxmlformats.org/officeDocument/2006/relationships/image" Target="/ppt/media/image8.png" Id="R9a8542b5e4384480" /><Relationship Type="http://schemas.openxmlformats.org/officeDocument/2006/relationships/notesSlide" Target="/ppt/notesSlides/notesSlide8.xml" Id="R61c66866589644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5a926e0564e21" /><Relationship Type="http://schemas.openxmlformats.org/officeDocument/2006/relationships/image" Target="/ppt/media/image9.png" Id="Re6037664eb724559" /><Relationship Type="http://schemas.openxmlformats.org/officeDocument/2006/relationships/notesSlide" Target="/ppt/notesSlides/notesSlide9.xml" Id="R0fec78cc3d5848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f001c5ef946cb" /><Relationship Type="http://schemas.openxmlformats.org/officeDocument/2006/relationships/image" Target="/ppt/media/image10.png" Id="Raf78602fb35a4b1b" /><Relationship Type="http://schemas.openxmlformats.org/officeDocument/2006/relationships/notesSlide" Target="/ppt/notesSlides/notesSlide10.xml" Id="Rb07ae236d83147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fee5db0f1458c" /><Relationship Type="http://schemas.openxmlformats.org/officeDocument/2006/relationships/image" Target="/ppt/media/image11.png" Id="R0538c90b9a7b413c" /><Relationship Type="http://schemas.openxmlformats.org/officeDocument/2006/relationships/notesSlide" Target="/ppt/notesSlides/notesSlide11.xml" Id="Rf461c578701e4c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0ccd510d14953" /><Relationship Type="http://schemas.openxmlformats.org/officeDocument/2006/relationships/image" Target="/ppt/media/image12.png" Id="Rdf4084aca7784629" /><Relationship Type="http://schemas.openxmlformats.org/officeDocument/2006/relationships/notesSlide" Target="/ppt/notesSlides/notesSlide12.xml" Id="Ra085cfb264a444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9e8bbf36f423c" /><Relationship Type="http://schemas.openxmlformats.org/officeDocument/2006/relationships/image" Target="/ppt/media/image13.png" Id="R3b765f7dfdcb4996" /><Relationship Type="http://schemas.openxmlformats.org/officeDocument/2006/relationships/notesSlide" Target="/ppt/notesSlides/notesSlide13.xml" Id="R8ac8ba0c80d14d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e0bccc925480e" /><Relationship Type="http://schemas.openxmlformats.org/officeDocument/2006/relationships/image" Target="/ppt/media/image14.png" Id="Rc01337835e1f490a" /><Relationship Type="http://schemas.openxmlformats.org/officeDocument/2006/relationships/notesSlide" Target="/ppt/notesSlides/notesSlide14.xml" Id="R135ccfab0d53473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8da262dd846a0" /><Relationship Type="http://schemas.openxmlformats.org/officeDocument/2006/relationships/image" Target="/ppt/media/image15.png" Id="R259d23aae19e40ca" /><Relationship Type="http://schemas.openxmlformats.org/officeDocument/2006/relationships/notesSlide" Target="/ppt/notesSlides/notesSlide15.xml" Id="R5d67cc3f8ca3435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e905d55c64e25" /><Relationship Type="http://schemas.openxmlformats.org/officeDocument/2006/relationships/image" Target="/ppt/media/image16.png" Id="R82e49f8f407e4e69" /><Relationship Type="http://schemas.openxmlformats.org/officeDocument/2006/relationships/notesSlide" Target="/ppt/notesSlides/notesSlide16.xml" Id="Ra9438a57f0cc414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24073466446d7" /><Relationship Type="http://schemas.openxmlformats.org/officeDocument/2006/relationships/image" Target="/ppt/media/image17.png" Id="Rfe0c394690264d74" /><Relationship Type="http://schemas.openxmlformats.org/officeDocument/2006/relationships/notesSlide" Target="/ppt/notesSlides/notesSlide17.xml" Id="R745793aae9b340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105bd896e4cea" /><Relationship Type="http://schemas.openxmlformats.org/officeDocument/2006/relationships/image" Target="/ppt/media/image18.png" Id="Rf18edc8ed11a45a9" /><Relationship Type="http://schemas.openxmlformats.org/officeDocument/2006/relationships/notesSlide" Target="/ppt/notesSlides/notesSlide18.xml" Id="Rbbed6611208d4c8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fb5767d8348e6" /><Relationship Type="http://schemas.openxmlformats.org/officeDocument/2006/relationships/image" Target="/ppt/media/image19.png" Id="R8561b6772ed34abe" /><Relationship Type="http://schemas.openxmlformats.org/officeDocument/2006/relationships/notesSlide" Target="/ppt/notesSlides/notesSlide19.xml" Id="Ra9f4eac956fc4e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ca56f317146e0" /><Relationship Type="http://schemas.openxmlformats.org/officeDocument/2006/relationships/image" Target="/ppt/media/image20.png" Id="Re82b127e488a4cf0" /><Relationship Type="http://schemas.openxmlformats.org/officeDocument/2006/relationships/notesSlide" Target="/ppt/notesSlides/notesSlide20.xml" Id="Rf481d699bce14d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5d43ed35847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49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bf7ad7a0e409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030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bc3dd8c684f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156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20df2d15f46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983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a78dcb2564d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276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b2d500ac749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490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6622b09f045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921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542b5e43844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177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37664eb7245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3574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8602fb35a4b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808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8c90b9a7b41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346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084aca77846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5576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65f7dfdcb49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78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337835e1f49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056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d23aae19e40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7304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49f8f407e4e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569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c394690264d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0605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edc8ed11a45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6229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1b6772ed34a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4179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b127e488a4c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136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2026-06-22T15:54:24.9690000Z</dcterms:created>
  <dcterms:modified xsi:type="dcterms:W3CDTF">2026-06-22T15:54:24.9690000Z</dcterms:modified>
</coreProperties>
</file>