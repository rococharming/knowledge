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fb9fc8f166422b" /><Relationship Type="http://schemas.openxmlformats.org/officeDocument/2006/relationships/extended-properties" Target="/docProps/app.xml" Id="Reedef33586e24066" /><Relationship Type="http://schemas.openxmlformats.org/officeDocument/2006/relationships/officeDocument" Target="/ppt/presentation.xml" Id="Raff63b430bef4b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e3b2960f0c4fc7"/>
  </p:sldMasterIdLst>
  <p:notesMasterIdLst>
    <p:notesMasterId xmlns:r="http://schemas.openxmlformats.org/officeDocument/2006/relationships" r:id="R4f0681b096af4915"/>
  </p:notesMasterIdLst>
  <p:sldIdLst>
    <p:sldId xmlns:r="http://schemas.openxmlformats.org/officeDocument/2006/relationships" id="256" r:id="R24fcb6781497487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3eeb0f526c47e7" /><Relationship Type="http://schemas.openxmlformats.org/officeDocument/2006/relationships/slideMaster" Target="/ppt/slideMasters/slideMaster1.xml" Id="R5be3b2960f0c4fc7" /><Relationship Type="http://schemas.openxmlformats.org/officeDocument/2006/relationships/notesMaster" Target="/ppt/notesMasters/notesMaster1.xml" Id="R4f0681b096af4915" /><Relationship Type="http://schemas.openxmlformats.org/officeDocument/2006/relationships/presProps" Target="/ppt/presProps.xml" Id="R45c5cb8e6a8c4850" /><Relationship Type="http://schemas.openxmlformats.org/officeDocument/2006/relationships/tableStyles" Target="/ppt/tableStyles.xml" Id="Rdd33d311559a4876" /><Relationship Type="http://schemas.openxmlformats.org/officeDocument/2006/relationships/slide" Target="/ppt/slides/slide1.xml" Id="R24fcb678149748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65b8d40b7941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883c4a9281408a" /><Relationship Type="http://schemas.openxmlformats.org/officeDocument/2006/relationships/notesMaster" Target="/ppt/notesMasters/notesMaster1.xml" Id="R3ed041285d6646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762856aa8d45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aba88e741040b2" /><Relationship Type="http://schemas.openxmlformats.org/officeDocument/2006/relationships/slideLayout" Target="/ppt/slideLayouts/slideLayout1.xml" Id="Rbdaa1f83a11541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aa1f83a11541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5daa51c8740da" /><Relationship Type="http://schemas.openxmlformats.org/officeDocument/2006/relationships/notesSlide" Target="/ppt/notesSlides/notesSlide1.xml" Id="R9264fd7bd6e34c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75EA23C-ADD6-402E-973B-B1B06411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09 / index 与 log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8529EE1F-1771-436B-B7C8-62C218C7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42900"/>
            <a:ext cx="2952750" cy="-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C13F3CDF-DB85-4922-98D6-F321793F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36BF0F-242E-484D-A673-CCDFFAC1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index.md 与 log.md：导航和时间线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121944ED-CDE6-4EFF-896C-F8169881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一个按内容组织，一个按时间记录，帮助人和 LLM 理解 Wiki 的增长</a:t>
            </a:r>
          </a:p>
        </p:txBody>
      </p:sp>
      <p:sp>
        <p:nvSpPr>
          <p:cNvPr id="6" name="index-card">
            <a:extLst xmlns:a="http://schemas.openxmlformats.org/drawingml/2006/main">
              <a:ext uri="{FF2B5EF4-FFF2-40B4-BE49-F238E27FC236}">
                <a16:creationId xmlns:a16="http://schemas.microsoft.com/office/drawing/2014/main" id="{3520A730-46D5-41A5-A3EA-2D275603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095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index-card-accent">
            <a:extLst xmlns:a="http://schemas.openxmlformats.org/drawingml/2006/main">
              <a:ext uri="{FF2B5EF4-FFF2-40B4-BE49-F238E27FC236}">
                <a16:creationId xmlns:a16="http://schemas.microsoft.com/office/drawing/2014/main" id="{B6ED19C9-C533-475F-A5EF-79E41C0E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8" name="index-card-title">
            <a:extLst xmlns:a="http://schemas.openxmlformats.org/drawingml/2006/main">
              <a:ext uri="{FF2B5EF4-FFF2-40B4-BE49-F238E27FC236}">
                <a16:creationId xmlns:a16="http://schemas.microsoft.com/office/drawing/2014/main" id="{C9CFB338-B2AE-4B52-97E0-41B72230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38375"/>
            <a:ext cx="3676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16"/>
                </a:solidFill>
              </a:defRPr>
            </a:pPr>
            <a:r>
              <a:rPr sz="1800" b="1">
                <a:solidFill>
                  <a:srgbClr val="101816"/>
                </a:solidFill>
              </a:rPr>
              <a:t>index.md</a:t>
            </a:r>
          </a:p>
        </p:txBody>
      </p:sp>
      <p:sp>
        <p:nvSpPr>
          <p:cNvPr id="9" name="index-label">
            <a:extLst xmlns:a="http://schemas.openxmlformats.org/drawingml/2006/main">
              <a:ext uri="{FF2B5EF4-FFF2-40B4-BE49-F238E27FC236}">
                <a16:creationId xmlns:a16="http://schemas.microsoft.com/office/drawing/2014/main" id="{7D465414-4DD5-4ACD-855B-690DC319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3050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内容地图</a:t>
            </a:r>
          </a:p>
        </p:txBody>
      </p:sp>
      <p:sp>
        <p:nvSpPr>
          <p:cNvPr id="10" name="index-body">
            <a:extLst xmlns:a="http://schemas.openxmlformats.org/drawingml/2006/main">
              <a:ext uri="{FF2B5EF4-FFF2-40B4-BE49-F238E27FC236}">
                <a16:creationId xmlns:a16="http://schemas.microsoft.com/office/drawing/2014/main" id="{1945335E-D4B9-4843-B559-C8555C20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86050"/>
            <a:ext cx="33813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按类别列出 Wiki 页面：</a:t>
            </a:r>
          </a:p>
          <a:p xmlns:a="http://schemas.openxmlformats.org/drawingml/2006/main">
            <a:pPr algn="l"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entities / concepts / summaries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每个页面包含：</a:t>
            </a:r>
          </a:p>
          <a:p xmlns:a="http://schemas.openxmlformats.org/drawingml/2006/main">
            <a:pPr algn="l"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链接、一句话摘要、日期或来源数量</a:t>
            </a:r>
          </a:p>
        </p:txBody>
      </p:sp>
      <p:sp>
        <p:nvSpPr>
          <p:cNvPr id="11" name="index-flow">
            <a:extLst xmlns:a="http://schemas.openxmlformats.org/drawingml/2006/main">
              <a:ext uri="{FF2B5EF4-FFF2-40B4-BE49-F238E27FC236}">
                <a16:creationId xmlns:a16="http://schemas.microsoft.com/office/drawing/2014/main" id="{0585C851-027A-40CA-9DDF-0AE596FE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4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Query 时：先读 index → 找相关页 → 深入阅读</a:t>
            </a:r>
          </a:p>
        </p:txBody>
      </p:sp>
      <p:sp>
        <p:nvSpPr>
          <p:cNvPr id="12" name="index-line-1">
            <a:extLst xmlns:a="http://schemas.openxmlformats.org/drawingml/2006/main">
              <a:ext uri="{FF2B5EF4-FFF2-40B4-BE49-F238E27FC236}">
                <a16:creationId xmlns:a16="http://schemas.microsoft.com/office/drawing/2014/main" id="{267545FA-EF68-4303-A754-009C129D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57625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CFC6B4"/>
            </a:solidFill>
            <a:prstDash val="solid"/>
          </a:ln>
        </p:spPr>
      </p:sp>
      <p:sp>
        <p:nvSpPr>
          <p:cNvPr id="13" name="index-line-2">
            <a:extLst xmlns:a="http://schemas.openxmlformats.org/drawingml/2006/main">
              <a:ext uri="{FF2B5EF4-FFF2-40B4-BE49-F238E27FC236}">
                <a16:creationId xmlns:a16="http://schemas.microsoft.com/office/drawing/2014/main" id="{F1DAF594-9463-4602-A1E4-CDAC196F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CFC6B4"/>
            </a:solidFill>
            <a:prstDash val="solid"/>
          </a:ln>
        </p:spPr>
      </p:sp>
      <p:sp>
        <p:nvSpPr>
          <p:cNvPr id="14" name="log-card">
            <a:extLst xmlns:a="http://schemas.openxmlformats.org/drawingml/2006/main">
              <a:ext uri="{FF2B5EF4-FFF2-40B4-BE49-F238E27FC236}">
                <a16:creationId xmlns:a16="http://schemas.microsoft.com/office/drawing/2014/main" id="{F3FF9CAB-5F34-401B-AAC1-2EF53E20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47875"/>
            <a:ext cx="4095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log-card-accent">
            <a:extLst xmlns:a="http://schemas.openxmlformats.org/drawingml/2006/main">
              <a:ext uri="{FF2B5EF4-FFF2-40B4-BE49-F238E27FC236}">
                <a16:creationId xmlns:a16="http://schemas.microsoft.com/office/drawing/2014/main" id="{02E715BB-605E-493C-8762-92A95694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47875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16" name="log-card-title">
            <a:extLst xmlns:a="http://schemas.openxmlformats.org/drawingml/2006/main">
              <a:ext uri="{FF2B5EF4-FFF2-40B4-BE49-F238E27FC236}">
                <a16:creationId xmlns:a16="http://schemas.microsoft.com/office/drawing/2014/main" id="{429F7641-1353-44EB-9470-0C4F9350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38375"/>
            <a:ext cx="3676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16"/>
                </a:solidFill>
              </a:defRPr>
            </a:pPr>
            <a:r>
              <a:rPr sz="1800" b="1">
                <a:solidFill>
                  <a:srgbClr val="101816"/>
                </a:solidFill>
              </a:rPr>
              <a:t>log.md</a:t>
            </a:r>
          </a:p>
        </p:txBody>
      </p:sp>
      <p:sp>
        <p:nvSpPr>
          <p:cNvPr id="17" name="log-label">
            <a:extLst xmlns:a="http://schemas.openxmlformats.org/drawingml/2006/main">
              <a:ext uri="{FF2B5EF4-FFF2-40B4-BE49-F238E27FC236}">
                <a16:creationId xmlns:a16="http://schemas.microsoft.com/office/drawing/2014/main" id="{3897DC45-F38C-4D4A-BF0D-503DA760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0505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演进时间线</a:t>
            </a:r>
          </a:p>
        </p:txBody>
      </p:sp>
      <p:sp>
        <p:nvSpPr>
          <p:cNvPr id="18" name="log-body">
            <a:extLst xmlns:a="http://schemas.openxmlformats.org/drawingml/2006/main">
              <a:ext uri="{FF2B5EF4-FFF2-40B4-BE49-F238E27FC236}">
                <a16:creationId xmlns:a16="http://schemas.microsoft.com/office/drawing/2014/main" id="{F931B817-B885-44AC-A5E9-69F8CF1B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86050"/>
            <a:ext cx="33813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按时间顺序，仅追加记录：</a:t>
            </a:r>
          </a:p>
          <a:p xmlns:a="http://schemas.openxmlformats.org/drawingml/2006/main">
            <a:pPr algn="l"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Ingest / Query / Lint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记录发生了什么、何时发生，</a:t>
            </a:r>
          </a:p>
          <a:p xmlns:a="http://schemas.openxmlformats.org/drawingml/2006/main">
            <a:pPr algn="l"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以及最近做过哪些维护。</a:t>
            </a:r>
          </a:p>
        </p:txBody>
      </p:sp>
      <p:sp>
        <p:nvSpPr>
          <p:cNvPr id="19" name="log-example">
            <a:extLst xmlns:a="http://schemas.openxmlformats.org/drawingml/2006/main">
              <a:ext uri="{FF2B5EF4-FFF2-40B4-BE49-F238E27FC236}">
                <a16:creationId xmlns:a16="http://schemas.microsoft.com/office/drawing/2014/main" id="{25690AD7-233A-4A26-909B-1E8957F0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171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## [2026-04-02] ingest | 文章标题</a:t>
            </a:r>
          </a:p>
        </p:txBody>
      </p:sp>
      <p:sp>
        <p:nvSpPr>
          <p:cNvPr id="20" name="log-tip">
            <a:extLst xmlns:a="http://schemas.openxmlformats.org/drawingml/2006/main">
              <a:ext uri="{FF2B5EF4-FFF2-40B4-BE49-F238E27FC236}">
                <a16:creationId xmlns:a16="http://schemas.microsoft.com/office/drawing/2014/main" id="{65580651-4FA6-45A3-9187-7E7301A8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386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可用 grep / tail 快速查看最近记录</a:t>
            </a:r>
          </a:p>
        </p:txBody>
      </p:sp>
      <p:sp>
        <p:nvSpPr>
          <p:cNvPr id="21" name="bridge-box">
            <a:extLst xmlns:a="http://schemas.openxmlformats.org/drawingml/2006/main">
              <a:ext uri="{FF2B5EF4-FFF2-40B4-BE49-F238E27FC236}">
                <a16:creationId xmlns:a16="http://schemas.microsoft.com/office/drawing/2014/main" id="{1982AF45-B39F-41D2-9557-A974E4D6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00375"/>
            <a:ext cx="1676400" cy="876300"/>
          </a:xfrm>
          <a:prstGeom xmlns:a="http://schemas.openxmlformats.org/drawingml/2006/main" prst="roundRect">
            <a:avLst>
              <a:gd name="adj" fmla="val 14130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77AF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帮助 LLM</a:t>
            </a:r>
          </a:p>
          <a:p xmlns:a="http://schemas.openxmlformats.org/drawingml/2006/main">
            <a:pPr algn="ctr"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定位与回忆</a:t>
            </a:r>
          </a:p>
        </p:txBody>
      </p:sp>
      <p:cxnSp>
        <p:nvCxnSpPr>
          <p:cNvPr id="49" name=""/>
          <p:cNvCxnSpPr>
            <a:stCxn xmlns:a="http://schemas.openxmlformats.org/drawingml/2006/main" id="6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V="1">
            <a:off x="4953000" y="3438525"/>
            <a:ext cx="304800" cy="3810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0F766E"/>
            </a:solidFill>
            <a:prstDash val="solid"/>
            <a:tailEnd type="arrow" w="sm" len="sm"/>
          </a:ln>
        </p:spPr>
      </p:cxnSp>
      <p:cxnSp>
        <p:nvCxnSpPr>
          <p:cNvPr id="50" name=""/>
          <p:cNvCxnSpPr>
            <a:stCxn xmlns:a="http://schemas.openxmlformats.org/drawingml/2006/main" id="2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34200" y="3438525"/>
            <a:ext cx="304800" cy="3810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0F766E"/>
            </a:solidFill>
            <a:prstDash val="solid"/>
            <a:tailEnd type="arrow" w="sm" len="sm"/>
          </a:ln>
        </p:spPr>
      </p:cxnSp>
      <p:sp>
        <p:nvSpPr>
          <p:cNvPr id="24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15590A7C-2B97-4816-A2BB-3AB0C2CE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5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9C99299B-5188-46A4-B0FE-21C9233E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26" name="bottom-note">
            <a:extLst xmlns:a="http://schemas.openxmlformats.org/drawingml/2006/main">
              <a:ext uri="{FF2B5EF4-FFF2-40B4-BE49-F238E27FC236}">
                <a16:creationId xmlns:a16="http://schemas.microsoft.com/office/drawing/2014/main" id="{EF74E68D-D8C0-4A6C-875B-2854E156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91200"/>
            <a:ext cx="847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index.md 让 Wiki 具备内容入口，log.md 让 Wiki 保留演进历史。前者帮助 LLM 找到该读什么，后者帮助 LLM 理解最近发生了什么。</a:t>
            </a:r>
          </a:p>
        </p:txBody>
      </p:sp>
      <p:sp>
        <p:nvSpPr>
          <p:cNvPr id="2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86F4F82-F238-4C4A-81C6-7DA67FCE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09 / 20</a:t>
            </a:r>
          </a:p>
        </p:txBody>
      </p:sp>
    </p:spTree>
    <p:extLst>
      <p:ext uri="{BB962C8B-B14F-4D97-AF65-F5344CB8AC3E}">
        <p14:creationId xmlns:p14="http://schemas.microsoft.com/office/powerpoint/2010/main" val="13300130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2026-06-22T17:54:36.6870000Z</dcterms:created>
  <dcterms:modified xsi:type="dcterms:W3CDTF">2026-06-22T17:54:36.6870000Z</dcterms:modified>
</coreProperties>
</file>