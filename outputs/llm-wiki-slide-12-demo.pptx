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4364c689c74a8f" /><Relationship Type="http://schemas.openxmlformats.org/officeDocument/2006/relationships/extended-properties" Target="/docProps/app.xml" Id="R06fce91f773543b3" /><Relationship Type="http://schemas.openxmlformats.org/officeDocument/2006/relationships/officeDocument" Target="/ppt/presentation.xml" Id="R6721e623074d44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e9e28705044091"/>
  </p:sldMasterIdLst>
  <p:notesMasterIdLst>
    <p:notesMasterId xmlns:r="http://schemas.openxmlformats.org/officeDocument/2006/relationships" r:id="Rcf708957420d461f"/>
  </p:notesMasterIdLst>
  <p:sldIdLst>
    <p:sldId xmlns:r="http://schemas.openxmlformats.org/officeDocument/2006/relationships" id="256" r:id="R266cb7ea02d74c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93f95a54254c3d" /><Relationship Type="http://schemas.openxmlformats.org/officeDocument/2006/relationships/slideMaster" Target="/ppt/slideMasters/slideMaster1.xml" Id="R25e9e28705044091" /><Relationship Type="http://schemas.openxmlformats.org/officeDocument/2006/relationships/notesMaster" Target="/ppt/notesMasters/notesMaster1.xml" Id="Rcf708957420d461f" /><Relationship Type="http://schemas.openxmlformats.org/officeDocument/2006/relationships/presProps" Target="/ppt/presProps.xml" Id="R9f6aab23c14744bf" /><Relationship Type="http://schemas.openxmlformats.org/officeDocument/2006/relationships/tableStyles" Target="/ppt/tableStyles.xml" Id="R79e278635831496d" /><Relationship Type="http://schemas.openxmlformats.org/officeDocument/2006/relationships/slide" Target="/ppt/slides/slide1.xml" Id="R266cb7ea02d74c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c880afb9d04d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756cdd707d4fbc" /><Relationship Type="http://schemas.openxmlformats.org/officeDocument/2006/relationships/notesMaster" Target="/ppt/notesMasters/notesMaster1.xml" Id="Ra04a5b63051b45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079b1f8374f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418ee7d9644d04" /><Relationship Type="http://schemas.openxmlformats.org/officeDocument/2006/relationships/slideLayout" Target="/ppt/slideLayouts/slideLayout1.xml" Id="R2078433bd46241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78433bd46241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4867009d140e9" /><Relationship Type="http://schemas.openxmlformats.org/officeDocument/2006/relationships/notesSlide" Target="/ppt/notesSlides/notesSlide1.xml" Id="R1a2d2a44089a46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AB271DD-02F6-4733-8B28-37EBC110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12 / 每日工作流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179316B0-8847-40E2-BE74-A4BEB1BB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60A4E7B4-D67A-478A-8377-9D326C1C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298FF5-9F72-436A-BF28-E46A6BBD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每日工作流：让知识持续进入 Wiki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02588C9-4DED-47EE-B3F1-F33D4299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剪藏、编译、提问、归档、校验：把一次阅读变成长期资产</a:t>
            </a:r>
          </a:p>
        </p:txBody>
      </p:sp>
      <p:sp>
        <p:nvSpPr>
          <p:cNvPr id="6" name="step-clip">
            <a:extLst xmlns:a="http://schemas.openxmlformats.org/drawingml/2006/main">
              <a:ext uri="{FF2B5EF4-FFF2-40B4-BE49-F238E27FC236}">
                <a16:creationId xmlns:a16="http://schemas.microsoft.com/office/drawing/2014/main" id="{5F0B9091-F1E0-4E8A-904F-4F5697AF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step-clip-accent">
            <a:extLst xmlns:a="http://schemas.openxmlformats.org/drawingml/2006/main">
              <a:ext uri="{FF2B5EF4-FFF2-40B4-BE49-F238E27FC236}">
                <a16:creationId xmlns:a16="http://schemas.microsoft.com/office/drawing/2014/main" id="{7125E336-6F62-4A76-B4E5-4CA34661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8" name="step-clip-title">
            <a:extLst xmlns:a="http://schemas.openxmlformats.org/drawingml/2006/main">
              <a:ext uri="{FF2B5EF4-FFF2-40B4-BE49-F238E27FC236}">
                <a16:creationId xmlns:a16="http://schemas.microsoft.com/office/drawing/2014/main" id="{E4735E59-A56A-4844-BA0F-F3E6EC2E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1 网页剪藏</a:t>
            </a:r>
          </a:p>
        </p:txBody>
      </p:sp>
      <p:sp>
        <p:nvSpPr>
          <p:cNvPr id="9" name="step-clip-detail">
            <a:extLst xmlns:a="http://schemas.openxmlformats.org/drawingml/2006/main">
              <a:ext uri="{FF2B5EF4-FFF2-40B4-BE49-F238E27FC236}">
                <a16:creationId xmlns:a16="http://schemas.microsoft.com/office/drawing/2014/main" id="{8F1300EA-C1A9-4B94-A14F-6B0CBBB2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1504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用 Web Clipper 保存网页、元数据和高亮到 raw/</a:t>
            </a:r>
          </a:p>
        </p:txBody>
      </p:sp>
      <p:sp>
        <p:nvSpPr>
          <p:cNvPr id="10" name="step-compile">
            <a:extLst xmlns:a="http://schemas.openxmlformats.org/drawingml/2006/main">
              <a:ext uri="{FF2B5EF4-FFF2-40B4-BE49-F238E27FC236}">
                <a16:creationId xmlns:a16="http://schemas.microsoft.com/office/drawing/2014/main" id="{F88EB39A-61CF-4C5C-8DED-4D868512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2000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step-compile-accent">
            <a:extLst xmlns:a="http://schemas.openxmlformats.org/drawingml/2006/main">
              <a:ext uri="{FF2B5EF4-FFF2-40B4-BE49-F238E27FC236}">
                <a16:creationId xmlns:a16="http://schemas.microsoft.com/office/drawing/2014/main" id="{1E9ADE8A-1F2A-4839-8264-ED780A20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2" name="step-compile-title">
            <a:extLst xmlns:a="http://schemas.openxmlformats.org/drawingml/2006/main">
              <a:ext uri="{FF2B5EF4-FFF2-40B4-BE49-F238E27FC236}">
                <a16:creationId xmlns:a16="http://schemas.microsoft.com/office/drawing/2014/main" id="{DC0F3D25-1E1F-4999-883E-6C0F91BC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907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2 执行编译</a:t>
            </a:r>
          </a:p>
        </p:txBody>
      </p:sp>
      <p:sp>
        <p:nvSpPr>
          <p:cNvPr id="13" name="step-compile-detail">
            <a:extLst xmlns:a="http://schemas.openxmlformats.org/drawingml/2006/main">
              <a:ext uri="{FF2B5EF4-FFF2-40B4-BE49-F238E27FC236}">
                <a16:creationId xmlns:a16="http://schemas.microsoft.com/office/drawing/2014/main" id="{1742FD73-4133-47F4-AF3C-BF3AF299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95575"/>
            <a:ext cx="1695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让 LLM Ingest：摘要、更新索引、补充概念和实体</a:t>
            </a:r>
          </a:p>
        </p:txBody>
      </p:sp>
      <p:sp>
        <p:nvSpPr>
          <p:cNvPr id="14" name="step-ask">
            <a:extLst xmlns:a="http://schemas.openxmlformats.org/drawingml/2006/main">
              <a:ext uri="{FF2B5EF4-FFF2-40B4-BE49-F238E27FC236}">
                <a16:creationId xmlns:a16="http://schemas.microsoft.com/office/drawing/2014/main" id="{C864886F-3612-45BF-A2EA-9BCD238F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2000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step-ask-accent">
            <a:extLst xmlns:a="http://schemas.openxmlformats.org/drawingml/2006/main">
              <a:ext uri="{FF2B5EF4-FFF2-40B4-BE49-F238E27FC236}">
                <a16:creationId xmlns:a16="http://schemas.microsoft.com/office/drawing/2014/main" id="{41D3FF2E-D3A4-43BE-B2E2-5D83A48B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6" name="step-ask-title">
            <a:extLst xmlns:a="http://schemas.openxmlformats.org/drawingml/2006/main">
              <a:ext uri="{FF2B5EF4-FFF2-40B4-BE49-F238E27FC236}">
                <a16:creationId xmlns:a16="http://schemas.microsoft.com/office/drawing/2014/main" id="{181CCA05-8FF0-449B-A5F5-7E52F8EE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907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3 直接提问</a:t>
            </a:r>
          </a:p>
        </p:txBody>
      </p:sp>
      <p:sp>
        <p:nvSpPr>
          <p:cNvPr id="17" name="step-ask-detail">
            <a:extLst xmlns:a="http://schemas.openxmlformats.org/drawingml/2006/main">
              <a:ext uri="{FF2B5EF4-FFF2-40B4-BE49-F238E27FC236}">
                <a16:creationId xmlns:a16="http://schemas.microsoft.com/office/drawing/2014/main" id="{A101BD31-57B8-42C9-8648-AE1363E9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95575"/>
            <a:ext cx="1695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从 Wiki 中检索相关页面，获得带引用的综合回答</a:t>
            </a:r>
          </a:p>
        </p:txBody>
      </p:sp>
      <p:sp>
        <p:nvSpPr>
          <p:cNvPr id="18" name="step-archive">
            <a:extLst xmlns:a="http://schemas.openxmlformats.org/drawingml/2006/main">
              <a:ext uri="{FF2B5EF4-FFF2-40B4-BE49-F238E27FC236}">
                <a16:creationId xmlns:a16="http://schemas.microsoft.com/office/drawing/2014/main" id="{1AAFC033-46F5-4458-8782-306EC982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2000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step-archive-accent">
            <a:extLst xmlns:a="http://schemas.openxmlformats.org/drawingml/2006/main">
              <a:ext uri="{FF2B5EF4-FFF2-40B4-BE49-F238E27FC236}">
                <a16:creationId xmlns:a16="http://schemas.microsoft.com/office/drawing/2014/main" id="{237AEE02-4264-48A4-813E-F3EA3741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0" name="step-archive-title">
            <a:extLst xmlns:a="http://schemas.openxmlformats.org/drawingml/2006/main">
              <a:ext uri="{FF2B5EF4-FFF2-40B4-BE49-F238E27FC236}">
                <a16:creationId xmlns:a16="http://schemas.microsoft.com/office/drawing/2014/main" id="{2A2C084E-876F-4559-96EA-6F66E786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907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4 归档答案</a:t>
            </a:r>
          </a:p>
        </p:txBody>
      </p:sp>
      <p:sp>
        <p:nvSpPr>
          <p:cNvPr id="21" name="step-archive-detail">
            <a:extLst xmlns:a="http://schemas.openxmlformats.org/drawingml/2006/main">
              <a:ext uri="{FF2B5EF4-FFF2-40B4-BE49-F238E27FC236}">
                <a16:creationId xmlns:a16="http://schemas.microsoft.com/office/drawing/2014/main" id="{9E26822C-4AA6-4815-88DC-7E56630C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95575"/>
            <a:ext cx="1695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高质量回答可以生成新的 Wiki 页面，继续复利</a:t>
            </a:r>
          </a:p>
        </p:txBody>
      </p:sp>
      <p:sp>
        <p:nvSpPr>
          <p:cNvPr id="22" name="step-lint">
            <a:extLst xmlns:a="http://schemas.openxmlformats.org/drawingml/2006/main">
              <a:ext uri="{FF2B5EF4-FFF2-40B4-BE49-F238E27FC236}">
                <a16:creationId xmlns:a16="http://schemas.microsoft.com/office/drawing/2014/main" id="{7C0FB673-071A-4322-ADC1-3B08CCDD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142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step-lint-accent">
            <a:extLst xmlns:a="http://schemas.openxmlformats.org/drawingml/2006/main">
              <a:ext uri="{FF2B5EF4-FFF2-40B4-BE49-F238E27FC236}">
                <a16:creationId xmlns:a16="http://schemas.microsoft.com/office/drawing/2014/main" id="{843BF229-F2AA-4AAF-BDF1-51793FD3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4" name="step-lint-title">
            <a:extLst xmlns:a="http://schemas.openxmlformats.org/drawingml/2006/main">
              <a:ext uri="{FF2B5EF4-FFF2-40B4-BE49-F238E27FC236}">
                <a16:creationId xmlns:a16="http://schemas.microsoft.com/office/drawing/2014/main" id="{F837FC3A-E34F-436A-B191-C0D10834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3907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5 定期 Lint</a:t>
            </a:r>
          </a:p>
        </p:txBody>
      </p:sp>
      <p:sp>
        <p:nvSpPr>
          <p:cNvPr id="25" name="step-lint-detail">
            <a:extLst xmlns:a="http://schemas.openxmlformats.org/drawingml/2006/main">
              <a:ext uri="{FF2B5EF4-FFF2-40B4-BE49-F238E27FC236}">
                <a16:creationId xmlns:a16="http://schemas.microsoft.com/office/drawing/2014/main" id="{8282887D-663E-4D4D-BAC9-A31109A3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95575"/>
            <a:ext cx="1123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D4A45"/>
                </a:solidFill>
              </a:defRPr>
            </a:pPr>
            <a:r>
              <a:rPr sz="975" b="0">
                <a:solidFill>
                  <a:srgbClr val="3D4A45"/>
                </a:solidFill>
              </a:rPr>
              <a:t>检查死链、矛盾、孤立页面和陈旧内容，自建修复</a:t>
            </a:r>
          </a:p>
        </p:txBody>
      </p:sp>
      <p:cxnSp>
        <p:nvCxnSpPr>
          <p:cNvPr id="64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76500" y="2833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953000" y="2833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429500" y="2833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906000" y="28336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22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1571625" y="3429000"/>
            <a:ext cx="942975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AFA6"/>
            </a:solidFill>
            <a:prstDash val="dash"/>
            <a:tailEnd type="arrow" w="sm" len="sm"/>
          </a:ln>
        </p:spPr>
      </p:cxnSp>
      <p:sp>
        <p:nvSpPr>
          <p:cNvPr id="31" name="loop-label">
            <a:extLst xmlns:a="http://schemas.openxmlformats.org/drawingml/2006/main">
              <a:ext uri="{FF2B5EF4-FFF2-40B4-BE49-F238E27FC236}">
                <a16:creationId xmlns:a16="http://schemas.microsoft.com/office/drawing/2014/main" id="{C3700E91-0E64-46E4-B8CE-A511B53B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95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不是一次性处理，而是一个持续循环</a:t>
            </a:r>
          </a:p>
        </p:txBody>
      </p:sp>
      <p:sp>
        <p:nvSpPr>
          <p:cNvPr id="32" name="daily-rhythm-box">
            <a:extLst xmlns:a="http://schemas.openxmlformats.org/drawingml/2006/main">
              <a:ext uri="{FF2B5EF4-FFF2-40B4-BE49-F238E27FC236}">
                <a16:creationId xmlns:a16="http://schemas.microsoft.com/office/drawing/2014/main" id="{EE3FEEC5-5266-4B1A-B498-2F504E7C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95800"/>
            <a:ext cx="72390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77AF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3" name="daily-rhythm-title">
            <a:extLst xmlns:a="http://schemas.openxmlformats.org/drawingml/2006/main">
              <a:ext uri="{FF2B5EF4-FFF2-40B4-BE49-F238E27FC236}">
                <a16:creationId xmlns:a16="http://schemas.microsoft.com/office/drawing/2014/main" id="{07E9F46A-EDE7-4C37-A2E0-1C26BBF5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日常节奏</a:t>
            </a:r>
          </a:p>
        </p:txBody>
      </p:sp>
      <p:sp>
        <p:nvSpPr>
          <p:cNvPr id="34" name="daily-rhythm-body">
            <a:extLst xmlns:a="http://schemas.openxmlformats.org/drawingml/2006/main">
              <a:ext uri="{FF2B5EF4-FFF2-40B4-BE49-F238E27FC236}">
                <a16:creationId xmlns:a16="http://schemas.microsoft.com/office/drawing/2014/main" id="{A8AF559E-D7EC-4D99-A85F-41933D55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05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看到好资料就剪藏；有时间就编译；遇到问题就从 Wiki 问；有价值的回答再沉淀回 Wiki。</a:t>
            </a:r>
          </a:p>
        </p:txBody>
      </p:sp>
      <p:sp>
        <p:nvSpPr>
          <p:cNvPr id="35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E1528BD9-DC39-451F-8B4E-82DF6389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6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72D1FF68-B371-4AED-A0C8-C171159C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7" name="bottom-note">
            <a:extLst xmlns:a="http://schemas.openxmlformats.org/drawingml/2006/main">
              <a:ext uri="{FF2B5EF4-FFF2-40B4-BE49-F238E27FC236}">
                <a16:creationId xmlns:a16="http://schemas.microsoft.com/office/drawing/2014/main" id="{8B429208-79EF-4610-8B3A-4E176E4C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实践上，LLM Wiki 可以变成一个很轻的日常循环：资料先进入 raw，再被 LLM 编译进 wiki；后续提问和校验又反过来推动知识库继续生长。</a:t>
            </a:r>
          </a:p>
        </p:txBody>
      </p:sp>
      <p:sp>
        <p:nvSpPr>
          <p:cNvPr id="3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843104-1756-4429-8097-C140B2A5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1734197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2026-06-22T18:02:34.1190000Z</dcterms:created>
  <dcterms:modified xsi:type="dcterms:W3CDTF">2026-06-22T18:02:34.1190000Z</dcterms:modified>
</coreProperties>
</file>