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9bf3dd1b3463b" /><Relationship Type="http://schemas.openxmlformats.org/officeDocument/2006/relationships/extended-properties" Target="/docProps/app.xml" Id="Radf707780ac144a8" /><Relationship Type="http://schemas.openxmlformats.org/officeDocument/2006/relationships/officeDocument" Target="/ppt/presentation.xml" Id="R0a3680359efe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e82784ec354741"/>
  </p:sldMasterIdLst>
  <p:notesMasterIdLst>
    <p:notesMasterId xmlns:r="http://schemas.openxmlformats.org/officeDocument/2006/relationships" r:id="Rfa3e99b1b961404a"/>
  </p:notesMasterIdLst>
  <p:sldIdLst>
    <p:sldId xmlns:r="http://schemas.openxmlformats.org/officeDocument/2006/relationships" id="256" r:id="R66faf269510347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97de95348a4fd1" /><Relationship Type="http://schemas.openxmlformats.org/officeDocument/2006/relationships/slideMaster" Target="/ppt/slideMasters/slideMaster1.xml" Id="R13e82784ec354741" /><Relationship Type="http://schemas.openxmlformats.org/officeDocument/2006/relationships/notesMaster" Target="/ppt/notesMasters/notesMaster1.xml" Id="Rfa3e99b1b961404a" /><Relationship Type="http://schemas.openxmlformats.org/officeDocument/2006/relationships/presProps" Target="/ppt/presProps.xml" Id="Rea4602e2728942a0" /><Relationship Type="http://schemas.openxmlformats.org/officeDocument/2006/relationships/tableStyles" Target="/ppt/tableStyles.xml" Id="R63adacf6a04e42ea" /><Relationship Type="http://schemas.openxmlformats.org/officeDocument/2006/relationships/slide" Target="/ppt/slides/slide1.xml" Id="R66faf269510347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c29354887549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fae16568a248e4" /><Relationship Type="http://schemas.openxmlformats.org/officeDocument/2006/relationships/notesMaster" Target="/ppt/notesMasters/notesMaster1.xml" Id="R80ae25ea6e374f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7ac48dfe3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de028943974d43" /><Relationship Type="http://schemas.openxmlformats.org/officeDocument/2006/relationships/slideLayout" Target="/ppt/slideLayouts/slideLayout1.xml" Id="Reba8dbc9fac4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a8dbc9fac4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10b72f75e40a1" /><Relationship Type="http://schemas.openxmlformats.org/officeDocument/2006/relationships/notesSlide" Target="/ppt/notesSlides/notesSlide1.xml" Id="R00de07a57cb340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6BB5F08-D2B5-4A43-880D-304E1335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08 / 核心操作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2840351B-3D2D-4906-B0B7-F02A923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D8060E37-D106-423A-9474-187B2C7A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AE6687-EA9D-4A54-B75D-27DF415F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LLM Wiki 的核心操作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2FF84C1-8BBB-4CA8-B9ED-51E048D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Ingest、Query、Lint：让知识库持续生长并保持健康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F2CC83-E38A-413D-9A9C-D5F923B4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08 / 20</a:t>
            </a:r>
          </a:p>
        </p:txBody>
      </p:sp>
      <p:sp>
        <p:nvSpPr>
          <p:cNvPr id="7" name="ingest-card">
            <a:extLst xmlns:a="http://schemas.openxmlformats.org/drawingml/2006/main">
              <a:ext uri="{FF2B5EF4-FFF2-40B4-BE49-F238E27FC236}">
                <a16:creationId xmlns:a16="http://schemas.microsoft.com/office/drawing/2014/main" id="{5C72D7E2-1F25-4D7A-869A-BCB0198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ingest-card-accent">
            <a:extLst xmlns:a="http://schemas.openxmlformats.org/drawingml/2006/main">
              <a:ext uri="{FF2B5EF4-FFF2-40B4-BE49-F238E27FC236}">
                <a16:creationId xmlns:a16="http://schemas.microsoft.com/office/drawing/2014/main" id="{E998D082-FF52-41EF-A3AB-FB041A5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ingest-card-title">
            <a:extLst xmlns:a="http://schemas.openxmlformats.org/drawingml/2006/main">
              <a:ext uri="{FF2B5EF4-FFF2-40B4-BE49-F238E27FC236}">
                <a16:creationId xmlns:a16="http://schemas.microsoft.com/office/drawing/2014/main" id="{B1CA4020-AC1E-4C5C-984A-DB25F74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Ingest</a:t>
            </a:r>
          </a:p>
        </p:txBody>
      </p:sp>
      <p:sp>
        <p:nvSpPr>
          <p:cNvPr id="10" name="ingest-card-detail">
            <a:extLst xmlns:a="http://schemas.openxmlformats.org/drawingml/2006/main">
              <a:ext uri="{FF2B5EF4-FFF2-40B4-BE49-F238E27FC236}">
                <a16:creationId xmlns:a16="http://schemas.microsoft.com/office/drawing/2014/main" id="{CA338C59-8641-4117-92B3-746826C6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摄取新素材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阅读、摘要、更新页面与索引</a:t>
            </a:r>
          </a:p>
        </p:txBody>
      </p:sp>
      <p:sp>
        <p:nvSpPr>
          <p:cNvPr id="11" name="query-card">
            <a:extLst xmlns:a="http://schemas.openxmlformats.org/drawingml/2006/main">
              <a:ext uri="{FF2B5EF4-FFF2-40B4-BE49-F238E27FC236}">
                <a16:creationId xmlns:a16="http://schemas.microsoft.com/office/drawing/2014/main" id="{AA20A3C1-0AA9-475B-9C2B-AC73E722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query-card-accent">
            <a:extLst xmlns:a="http://schemas.openxmlformats.org/drawingml/2006/main">
              <a:ext uri="{FF2B5EF4-FFF2-40B4-BE49-F238E27FC236}">
                <a16:creationId xmlns:a16="http://schemas.microsoft.com/office/drawing/2014/main" id="{2FF474E4-F826-408F-AE90-167FE115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query-card-title">
            <a:extLst xmlns:a="http://schemas.openxmlformats.org/drawingml/2006/main">
              <a:ext uri="{FF2B5EF4-FFF2-40B4-BE49-F238E27FC236}">
                <a16:creationId xmlns:a16="http://schemas.microsoft.com/office/drawing/2014/main" id="{38583BBC-78D2-4E45-A828-F45A986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Query</a:t>
            </a:r>
          </a:p>
        </p:txBody>
      </p:sp>
      <p:sp>
        <p:nvSpPr>
          <p:cNvPr id="14" name="query-card-detail">
            <a:extLst xmlns:a="http://schemas.openxmlformats.org/drawingml/2006/main">
              <a:ext uri="{FF2B5EF4-FFF2-40B4-BE49-F238E27FC236}">
                <a16:creationId xmlns:a16="http://schemas.microsoft.com/office/drawing/2014/main" id="{68A251F8-7CD9-424E-9ABA-6A772E50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基于 Wiki 回答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好的答案可归档回 Wiki</a:t>
            </a:r>
          </a:p>
        </p:txBody>
      </p:sp>
      <p:sp>
        <p:nvSpPr>
          <p:cNvPr id="15" name="lint-card">
            <a:extLst xmlns:a="http://schemas.openxmlformats.org/drawingml/2006/main">
              <a:ext uri="{FF2B5EF4-FFF2-40B4-BE49-F238E27FC236}">
                <a16:creationId xmlns:a16="http://schemas.microsoft.com/office/drawing/2014/main" id="{828D904D-3579-47C5-95B0-3EDBE076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lint-card-accent">
            <a:extLst xmlns:a="http://schemas.openxmlformats.org/drawingml/2006/main">
              <a:ext uri="{FF2B5EF4-FFF2-40B4-BE49-F238E27FC236}">
                <a16:creationId xmlns:a16="http://schemas.microsoft.com/office/drawing/2014/main" id="{3B212152-EC04-4DA2-AB5E-1C87696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lint-card-title">
            <a:extLst xmlns:a="http://schemas.openxmlformats.org/drawingml/2006/main">
              <a:ext uri="{FF2B5EF4-FFF2-40B4-BE49-F238E27FC236}">
                <a16:creationId xmlns:a16="http://schemas.microsoft.com/office/drawing/2014/main" id="{E6217A68-655B-42ED-AD55-19A62FB6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Lint</a:t>
            </a:r>
          </a:p>
        </p:txBody>
      </p:sp>
      <p:sp>
        <p:nvSpPr>
          <p:cNvPr id="18" name="lint-card-detail">
            <a:extLst xmlns:a="http://schemas.openxmlformats.org/drawingml/2006/main">
              <a:ext uri="{FF2B5EF4-FFF2-40B4-BE49-F238E27FC236}">
                <a16:creationId xmlns:a16="http://schemas.microsoft.com/office/drawing/2014/main" id="{FC6AB848-261E-43F6-A9EC-1BC6908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检查知识库健康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矛盾、陈旧、孤立与缺链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3000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43750" y="3000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5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2143125" y="3714750"/>
            <a:ext cx="76200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22" name="loop-label">
            <a:extLst xmlns:a="http://schemas.openxmlformats.org/drawingml/2006/main">
              <a:ext uri="{FF2B5EF4-FFF2-40B4-BE49-F238E27FC236}">
                <a16:creationId xmlns:a16="http://schemas.microsoft.com/office/drawing/2014/main" id="{0C3021B7-D6BB-4DEB-8F67-2F3018F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摄入 → 提问 → 归档 → 校验 → 再生长</a:t>
            </a:r>
          </a:p>
        </p:txBody>
      </p:sp>
      <p:sp>
        <p:nvSpPr>
          <p:cNvPr id="23" name="insight-card">
            <a:extLst xmlns:a="http://schemas.openxmlformats.org/drawingml/2006/main">
              <a:ext uri="{FF2B5EF4-FFF2-40B4-BE49-F238E27FC236}">
                <a16:creationId xmlns:a16="http://schemas.microsoft.com/office/drawing/2014/main" id="{F3D1C56F-D7DE-4FD0-9B13-57AF11A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insight-card-accent">
            <a:extLst xmlns:a="http://schemas.openxmlformats.org/drawingml/2006/main">
              <a:ext uri="{FF2B5EF4-FFF2-40B4-BE49-F238E27FC236}">
                <a16:creationId xmlns:a16="http://schemas.microsoft.com/office/drawing/2014/main" id="{8F3FAC7A-3839-428F-88D6-D9A98C44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insight-card-title">
            <a:extLst xmlns:a="http://schemas.openxmlformats.org/drawingml/2006/main">
              <a:ext uri="{FF2B5EF4-FFF2-40B4-BE49-F238E27FC236}">
                <a16:creationId xmlns:a16="http://schemas.microsoft.com/office/drawing/2014/main" id="{A6B689A6-2CB4-4552-A72A-86F792E9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14900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关键洞察</a:t>
            </a:r>
          </a:p>
        </p:txBody>
      </p:sp>
      <p:sp>
        <p:nvSpPr>
          <p:cNvPr id="26" name="insight-card-detail">
            <a:extLst xmlns:a="http://schemas.openxmlformats.org/drawingml/2006/main">
              <a:ext uri="{FF2B5EF4-FFF2-40B4-BE49-F238E27FC236}">
                <a16:creationId xmlns:a16="http://schemas.microsoft.com/office/drawing/2014/main" id="{3830996B-5935-4311-83DF-66AA79AF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19700"/>
            <a:ext cx="5029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好的 Query 答案不应该消失在聊天记录中，而应该像素材一样沉淀回 Wiki。</a:t>
            </a:r>
          </a:p>
        </p:txBody>
      </p:sp>
      <p:sp>
        <p:nvSpPr>
          <p:cNvPr id="27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7C06EB24-7BD5-4673-B2D7-96E3B02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8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F943633B-7689-4927-A3F8-20D7308C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9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7938B82-1C77-48A2-A83A-A5706E9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的日常维护可以概括为三件事：摄入新素材、基于 Wiki 回答问题、定期检查知识库健康。重要的是，查询本身也能反过来成为知识积累的一部分。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1483946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2026-06-22T17:50:59.5980000Z</dcterms:created>
  <dcterms:modified xsi:type="dcterms:W3CDTF">2026-06-22T17:50:59.5980000Z</dcterms:modified>
</coreProperties>
</file>