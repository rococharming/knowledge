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74c011e428f4866" /><Relationship Type="http://schemas.openxmlformats.org/officeDocument/2006/relationships/extended-properties" Target="/docProps/app.xml" Id="R7a5d1b5135fe41bf" /><Relationship Type="http://schemas.openxmlformats.org/officeDocument/2006/relationships/officeDocument" Target="/ppt/presentation.xml" Id="R1d33be8d00ba467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50811aafb844dfc"/>
  </p:sldMasterIdLst>
  <p:notesMasterIdLst>
    <p:notesMasterId xmlns:r="http://schemas.openxmlformats.org/officeDocument/2006/relationships" r:id="R02d00033b9764c0d"/>
  </p:notesMasterIdLst>
  <p:sldIdLst>
    <p:sldId xmlns:r="http://schemas.openxmlformats.org/officeDocument/2006/relationships" id="256" r:id="R7908c2bea3f84d4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c25780a57ac4869" /><Relationship Type="http://schemas.openxmlformats.org/officeDocument/2006/relationships/slideMaster" Target="/ppt/slideMasters/slideMaster1.xml" Id="R550811aafb844dfc" /><Relationship Type="http://schemas.openxmlformats.org/officeDocument/2006/relationships/notesMaster" Target="/ppt/notesMasters/notesMaster1.xml" Id="R02d00033b9764c0d" /><Relationship Type="http://schemas.openxmlformats.org/officeDocument/2006/relationships/presProps" Target="/ppt/presProps.xml" Id="Rf4176ba9a7e84818" /><Relationship Type="http://schemas.openxmlformats.org/officeDocument/2006/relationships/tableStyles" Target="/ppt/tableStyles.xml" Id="Rc437a3b8348d4917" /><Relationship Type="http://schemas.openxmlformats.org/officeDocument/2006/relationships/slide" Target="/ppt/slides/slide1.xml" Id="R7908c2bea3f84d4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dbdb590e92241e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71450" dist="69343" dir="4443276">
              <a:srgbClr val="000000">
                <a:alpha val="13000"/>
              </a:srgbClr>
            </a:outerShdw>
          </a:effectLst>
        </a:effectStyle>
        <a:effectStyle>
          <a:effectLst>
            <a:outerShdw blurRad="114300" dist="39273" dir="4557825">
              <a:srgbClr val="000000">
                <a:alpha val="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9343e2558c34f2a" /><Relationship Type="http://schemas.openxmlformats.org/officeDocument/2006/relationships/notesMaster" Target="/ppt/notesMasters/notesMaster1.xml" Id="Rbef742d492a846c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652a8154ab484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846f31ac00142e1" /><Relationship Type="http://schemas.openxmlformats.org/officeDocument/2006/relationships/slideLayout" Target="/ppt/slideLayouts/slideLayout1.xml" Id="R500a5affc898474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00a5affc898474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71450" dist="69343" dir="4443276">
              <a:srgbClr val="000000">
                <a:alpha val="13000"/>
              </a:srgbClr>
            </a:outerShdw>
          </a:effectLst>
        </a:effectStyle>
        <a:effectStyle>
          <a:effectLst>
            <a:outerShdw blurRad="114300" dist="39273" dir="4557825">
              <a:srgbClr val="000000">
                <a:alpha val="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3443ea3a1a4b18" /><Relationship Type="http://schemas.openxmlformats.org/officeDocument/2006/relationships/notesSlide" Target="/ppt/notesSlides/notesSlide1.xml" Id="Rcd418b65d33e4de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F764144F-F35E-492E-B474-BFA08DF6A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333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11 / 模板与变量</a:t>
            </a:r>
          </a:p>
        </p:txBody>
      </p:sp>
      <p:sp>
        <p:nvSpPr>
          <p:cNvPr id="2" name="teal-handline">
            <a:extLst xmlns:a="http://schemas.openxmlformats.org/drawingml/2006/main">
              <a:ext uri="{FF2B5EF4-FFF2-40B4-BE49-F238E27FC236}">
                <a16:creationId xmlns:a16="http://schemas.microsoft.com/office/drawing/2014/main" id="{873D7017-7872-4A19-A575-11EDE9EC5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342900"/>
            <a:ext cx="2952750" cy="-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3" name="amber-handline">
            <a:extLst xmlns:a="http://schemas.openxmlformats.org/drawingml/2006/main">
              <a:ext uri="{FF2B5EF4-FFF2-40B4-BE49-F238E27FC236}">
                <a16:creationId xmlns:a16="http://schemas.microsoft.com/office/drawing/2014/main" id="{0BE5D562-7127-4507-A06A-4D09BB6BF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8625"/>
            <a:ext cx="4381500" cy="-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D9902F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2564134-D879-42E8-B07B-DC34B175B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286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816"/>
                </a:solidFill>
              </a:defRPr>
            </a:pPr>
            <a:r>
              <a:rPr sz="3000" b="1">
                <a:solidFill>
                  <a:srgbClr val="101816"/>
                </a:solidFill>
              </a:rPr>
              <a:t>模板与变量：让剪藏内容更规范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6CF8783D-A9B0-4E32-9C45-F5E019FE3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4A45"/>
                </a:solidFill>
              </a:defRPr>
            </a:pPr>
            <a:r>
              <a:rPr sz="1725" b="1">
                <a:solidFill>
                  <a:srgbClr val="3D4A45"/>
                </a:solidFill>
              </a:rPr>
              <a:t>同一类网页用同一种格式保存，后续 Ingest 更稳定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5B66D85-0DC7-425C-999B-8EEE7B368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1030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D9902F"/>
                </a:solidFill>
              </a:defRPr>
            </a:pPr>
            <a:r>
              <a:rPr sz="1350" b="1">
                <a:solidFill>
                  <a:srgbClr val="D9902F"/>
                </a:solidFill>
              </a:rPr>
              <a:t>11 / 20</a:t>
            </a:r>
          </a:p>
        </p:txBody>
      </p:sp>
      <p:sp>
        <p:nvSpPr>
          <p:cNvPr id="7" name="template-card">
            <a:extLst xmlns:a="http://schemas.openxmlformats.org/drawingml/2006/main">
              <a:ext uri="{FF2B5EF4-FFF2-40B4-BE49-F238E27FC236}">
                <a16:creationId xmlns:a16="http://schemas.microsoft.com/office/drawing/2014/main" id="{9888B7C8-1F86-4A01-A09B-EF09165B0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81250"/>
            <a:ext cx="18097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8" name="template-card-accent">
            <a:extLst xmlns:a="http://schemas.openxmlformats.org/drawingml/2006/main">
              <a:ext uri="{FF2B5EF4-FFF2-40B4-BE49-F238E27FC236}">
                <a16:creationId xmlns:a16="http://schemas.microsoft.com/office/drawing/2014/main" id="{1E7F91CD-1FAD-47E2-A73C-4960ED1D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8125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9" name="template-card-title">
            <a:extLst xmlns:a="http://schemas.openxmlformats.org/drawingml/2006/main">
              <a:ext uri="{FF2B5EF4-FFF2-40B4-BE49-F238E27FC236}">
                <a16:creationId xmlns:a16="http://schemas.microsoft.com/office/drawing/2014/main" id="{B0446D17-575E-4C00-9097-12088A27E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533650"/>
            <a:ext cx="1504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16"/>
                </a:solidFill>
              </a:defRPr>
            </a:pPr>
            <a:r>
              <a:rPr sz="1725" b="1">
                <a:solidFill>
                  <a:srgbClr val="101816"/>
                </a:solidFill>
              </a:rPr>
              <a:t>模板</a:t>
            </a:r>
          </a:p>
        </p:txBody>
      </p:sp>
      <p:sp>
        <p:nvSpPr>
          <p:cNvPr id="10" name="template-card-detail">
            <a:extLst xmlns:a="http://schemas.openxmlformats.org/drawingml/2006/main">
              <a:ext uri="{FF2B5EF4-FFF2-40B4-BE49-F238E27FC236}">
                <a16:creationId xmlns:a16="http://schemas.microsoft.com/office/drawing/2014/main" id="{6A2B8A92-48DF-418E-BBB5-94A956166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838450"/>
            <a:ext cx="15049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决定剪藏内容</a:t>
            </a:r>
          </a:p>
          <a:p xmlns:a="http://schemas.openxmlformats.org/drawingml/2006/main">
            <a:pPr algn="l"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以什么格式保存</a:t>
            </a:r>
          </a:p>
        </p:txBody>
      </p:sp>
      <p:sp>
        <p:nvSpPr>
          <p:cNvPr id="11" name="vars-card">
            <a:extLst xmlns:a="http://schemas.openxmlformats.org/drawingml/2006/main">
              <a:ext uri="{FF2B5EF4-FFF2-40B4-BE49-F238E27FC236}">
                <a16:creationId xmlns:a16="http://schemas.microsoft.com/office/drawing/2014/main" id="{6F460C17-326A-4D2F-B8EC-4278D8962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90750"/>
            <a:ext cx="180975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8DD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2" name="vars-card-accent">
            <a:extLst xmlns:a="http://schemas.openxmlformats.org/drawingml/2006/main">
              <a:ext uri="{FF2B5EF4-FFF2-40B4-BE49-F238E27FC236}">
                <a16:creationId xmlns:a16="http://schemas.microsoft.com/office/drawing/2014/main" id="{EF085E02-11BA-4CA4-AA98-C79A02B42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9075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902F"/>
            </a:solidFill>
            <a:prstDash val="solid"/>
          </a:ln>
        </p:spPr>
      </p:sp>
      <p:sp>
        <p:nvSpPr>
          <p:cNvPr id="13" name="vars-card-title">
            <a:extLst xmlns:a="http://schemas.openxmlformats.org/drawingml/2006/main">
              <a:ext uri="{FF2B5EF4-FFF2-40B4-BE49-F238E27FC236}">
                <a16:creationId xmlns:a16="http://schemas.microsoft.com/office/drawing/2014/main" id="{FB48FBB4-325D-43D4-8331-74F99E38A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343150"/>
            <a:ext cx="1504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16"/>
                </a:solidFill>
              </a:defRPr>
            </a:pPr>
            <a:r>
              <a:rPr sz="1725" b="1">
                <a:solidFill>
                  <a:srgbClr val="101816"/>
                </a:solidFill>
              </a:rPr>
              <a:t>变量</a:t>
            </a:r>
          </a:p>
        </p:txBody>
      </p:sp>
      <p:sp>
        <p:nvSpPr>
          <p:cNvPr id="14" name="vars-card-detail">
            <a:extLst xmlns:a="http://schemas.openxmlformats.org/drawingml/2006/main">
              <a:ext uri="{FF2B5EF4-FFF2-40B4-BE49-F238E27FC236}">
                <a16:creationId xmlns:a16="http://schemas.microsoft.com/office/drawing/2014/main" id="{B60F5117-8231-43AA-B029-F0D10D1D7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647950"/>
            <a:ext cx="15049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{{title}}</a:t>
            </a:r>
          </a:p>
          <a:p xmlns:a="http://schemas.openxmlformats.org/drawingml/2006/main">
            <a:pPr algn="l"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{{url}}</a:t>
            </a:r>
          </a:p>
          <a:p xmlns:a="http://schemas.openxmlformats.org/drawingml/2006/main">
            <a:pPr algn="l"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{{author}}</a:t>
            </a:r>
          </a:p>
          <a:p xmlns:a="http://schemas.openxmlformats.org/drawingml/2006/main">
            <a:pPr algn="l"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{{content}}</a:t>
            </a:r>
          </a:p>
        </p:txBody>
      </p:sp>
      <p:sp>
        <p:nvSpPr>
          <p:cNvPr id="15" name="filters-card">
            <a:extLst xmlns:a="http://schemas.openxmlformats.org/drawingml/2006/main">
              <a:ext uri="{FF2B5EF4-FFF2-40B4-BE49-F238E27FC236}">
                <a16:creationId xmlns:a16="http://schemas.microsoft.com/office/drawing/2014/main" id="{C35AB238-5AA3-43BA-80C8-F29C2A104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381250"/>
            <a:ext cx="20002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6" name="filters-card-accent">
            <a:extLst xmlns:a="http://schemas.openxmlformats.org/drawingml/2006/main">
              <a:ext uri="{FF2B5EF4-FFF2-40B4-BE49-F238E27FC236}">
                <a16:creationId xmlns:a16="http://schemas.microsoft.com/office/drawing/2014/main" id="{2DF76EBF-FD58-440B-A91D-7D6898FA9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381250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17" name="filters-card-title">
            <a:extLst xmlns:a="http://schemas.openxmlformats.org/drawingml/2006/main">
              <a:ext uri="{FF2B5EF4-FFF2-40B4-BE49-F238E27FC236}">
                <a16:creationId xmlns:a16="http://schemas.microsoft.com/office/drawing/2014/main" id="{E3094D7A-3648-4D2C-B2EC-9EA9C68E6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53365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16"/>
                </a:solidFill>
              </a:defRPr>
            </a:pPr>
            <a:r>
              <a:rPr sz="1725" b="1">
                <a:solidFill>
                  <a:srgbClr val="101816"/>
                </a:solidFill>
              </a:rPr>
              <a:t>筛选器</a:t>
            </a:r>
          </a:p>
        </p:txBody>
      </p:sp>
      <p:sp>
        <p:nvSpPr>
          <p:cNvPr id="18" name="filters-card-detail">
            <a:extLst xmlns:a="http://schemas.openxmlformats.org/drawingml/2006/main">
              <a:ext uri="{FF2B5EF4-FFF2-40B4-BE49-F238E27FC236}">
                <a16:creationId xmlns:a16="http://schemas.microsoft.com/office/drawing/2014/main" id="{5BBD5842-CFCE-4091-A4CD-D6A34A0AF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838450"/>
            <a:ext cx="16954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4A45"/>
                </a:solidFill>
              </a:defRPr>
            </a:pPr>
            <a:r>
              <a:rPr sz="1125" b="0">
                <a:solidFill>
                  <a:srgbClr val="3D4A45"/>
                </a:solidFill>
              </a:rPr>
              <a:t>date / join / replace</a:t>
            </a:r>
          </a:p>
          <a:p xmlns:a="http://schemas.openxmlformats.org/drawingml/2006/main">
            <a:pPr algn="l">
              <a:defRPr sz="1125" b="0">
                <a:solidFill>
                  <a:srgbClr val="3D4A45"/>
                </a:solidFill>
              </a:defRPr>
            </a:pPr>
            <a:r>
              <a:rPr sz="1125" b="0">
                <a:solidFill>
                  <a:srgbClr val="3D4A45"/>
                </a:solidFill>
              </a:rPr>
              <a:t>对变量结果做处理</a:t>
            </a:r>
          </a:p>
        </p:txBody>
      </p:sp>
      <p:sp>
        <p:nvSpPr>
          <p:cNvPr id="19" name="output-md">
            <a:extLst xmlns:a="http://schemas.openxmlformats.org/drawingml/2006/main">
              <a:ext uri="{FF2B5EF4-FFF2-40B4-BE49-F238E27FC236}">
                <a16:creationId xmlns:a16="http://schemas.microsoft.com/office/drawing/2014/main" id="{BC973618-F31D-46F8-865D-1D5F9CAEC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047875"/>
            <a:ext cx="1952625" cy="2238375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8DD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0" name="output-md-label">
            <a:extLst xmlns:a="http://schemas.openxmlformats.org/drawingml/2006/main">
              <a:ext uri="{FF2B5EF4-FFF2-40B4-BE49-F238E27FC236}">
                <a16:creationId xmlns:a16="http://schemas.microsoft.com/office/drawing/2014/main" id="{5D2B1B87-96FB-4034-8B5D-45AEEE3AA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219325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766E"/>
                </a:solidFill>
              </a:defRPr>
            </a:pPr>
            <a:r>
              <a:rPr sz="1650" b="1">
                <a:solidFill>
                  <a:srgbClr val="0F766E"/>
                </a:solidFill>
              </a:rPr>
              <a:t>.md</a:t>
            </a:r>
          </a:p>
        </p:txBody>
      </p:sp>
      <p:sp>
        <p:nvSpPr>
          <p:cNvPr id="21" name="output-md-body">
            <a:extLst xmlns:a="http://schemas.openxmlformats.org/drawingml/2006/main">
              <a:ext uri="{FF2B5EF4-FFF2-40B4-BE49-F238E27FC236}">
                <a16:creationId xmlns:a16="http://schemas.microsoft.com/office/drawing/2014/main" id="{2DF8B553-1210-43D5-BF38-8B23D3943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600325"/>
            <a:ext cx="1609725" cy="1590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D4A45"/>
                </a:solidFill>
              </a:defRPr>
            </a:pPr>
            <a:r>
              <a:rPr sz="1050" b="0">
                <a:solidFill>
                  <a:srgbClr val="3D4A45"/>
                </a:solidFill>
              </a:rPr>
              <a:t>title: {{title}}</a:t>
            </a:r>
          </a:p>
          <a:p xmlns:a="http://schemas.openxmlformats.org/drawingml/2006/main">
            <a:pPr algn="l">
              <a:defRPr sz="1050" b="0">
                <a:solidFill>
                  <a:srgbClr val="3D4A45"/>
                </a:solidFill>
              </a:defRPr>
            </a:pPr>
            <a:r>
              <a:rPr sz="1050" b="0">
                <a:solidFill>
                  <a:srgbClr val="3D4A45"/>
                </a:solidFill>
              </a:rPr>
              <a:t>url: {{url}}</a:t>
            </a:r>
          </a:p>
          <a:p xmlns:a="http://schemas.openxmlformats.org/drawingml/2006/main">
            <a:pPr algn="l">
              <a:defRPr sz="1050" b="0">
                <a:solidFill>
                  <a:srgbClr val="3D4A45"/>
                </a:solidFill>
              </a:defRPr>
            </a:pPr>
            <a:r>
              <a:rPr sz="1050" b="0">
                <a:solidFill>
                  <a:srgbClr val="3D4A45"/>
                </a:solidFill>
              </a:rPr>
              <a:t>author: {{author}}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3D4A45"/>
                </a:solidFill>
              </a:defRPr>
            </a:pPr>
            <a:r>
              <a:rPr sz="1050" b="0">
                <a:solidFill>
                  <a:srgbClr val="3D4A45"/>
                </a:solidFill>
              </a:rPr>
              <a:t>{{content}}</a:t>
            </a:r>
          </a:p>
        </p:txBody>
      </p:sp>
      <p:cxnSp>
        <p:nvCxnSpPr>
          <p:cNvPr id="54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619375" y="3071813"/>
            <a:ext cx="80962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55" name=""/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5238750" y="3071813"/>
            <a:ext cx="80962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56" name=""/>
          <p:cNvCxnSpPr>
            <a:stCxn xmlns:a="http://schemas.openxmlformats.org/drawingml/2006/main" id="15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8048625" y="3071813"/>
            <a:ext cx="1047750" cy="9525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F766E"/>
            </a:solidFill>
            <a:prstDash val="solid"/>
            <a:tailEnd type="arrow" w="med" len="med"/>
          </a:ln>
        </p:spPr>
      </p:cxnSp>
      <p:sp>
        <p:nvSpPr>
          <p:cNvPr id="25" name="variable-types-box">
            <a:extLst xmlns:a="http://schemas.openxmlformats.org/drawingml/2006/main">
              <a:ext uri="{FF2B5EF4-FFF2-40B4-BE49-F238E27FC236}">
                <a16:creationId xmlns:a16="http://schemas.microsoft.com/office/drawing/2014/main" id="{F4A5B3E3-8456-454B-8B5A-463FB6C44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33875"/>
            <a:ext cx="6572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0478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26" name="variable-types-accent">
            <a:extLst xmlns:a="http://schemas.openxmlformats.org/drawingml/2006/main">
              <a:ext uri="{FF2B5EF4-FFF2-40B4-BE49-F238E27FC236}">
                <a16:creationId xmlns:a16="http://schemas.microsoft.com/office/drawing/2014/main" id="{59B82C26-A6DA-4B23-84BF-5DF4DDF19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33875"/>
            <a:ext cx="657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765">
            <a:solidFill>
              <a:srgbClr val="0F766E"/>
            </a:solidFill>
            <a:prstDash val="solid"/>
          </a:ln>
        </p:spPr>
      </p:sp>
      <p:sp>
        <p:nvSpPr>
          <p:cNvPr id="27" name="variable-types-title">
            <a:extLst xmlns:a="http://schemas.openxmlformats.org/drawingml/2006/main">
              <a:ext uri="{FF2B5EF4-FFF2-40B4-BE49-F238E27FC236}">
                <a16:creationId xmlns:a16="http://schemas.microsoft.com/office/drawing/2014/main" id="{D8018FF6-1B77-47FB-B4DF-3A8AE4F18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339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16"/>
                </a:solidFill>
              </a:defRPr>
            </a:pPr>
            <a:r>
              <a:rPr sz="1350" b="1">
                <a:solidFill>
                  <a:srgbClr val="101816"/>
                </a:solidFill>
              </a:rPr>
              <a:t>变量来源</a:t>
            </a:r>
          </a:p>
        </p:txBody>
      </p:sp>
      <p:sp>
        <p:nvSpPr>
          <p:cNvPr id="28" name="variable-types-body">
            <a:extLst xmlns:a="http://schemas.openxmlformats.org/drawingml/2006/main">
              <a:ext uri="{FF2B5EF4-FFF2-40B4-BE49-F238E27FC236}">
                <a16:creationId xmlns:a16="http://schemas.microsoft.com/office/drawing/2014/main" id="{96C6E714-D325-494D-8F3E-B94D181E4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552950"/>
            <a:ext cx="4810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766E"/>
                </a:solidFill>
              </a:defRPr>
            </a:pPr>
            <a:r>
              <a:rPr sz="1275" b="1">
                <a:solidFill>
                  <a:srgbClr val="0F766E"/>
                </a:solidFill>
              </a:rPr>
              <a:t>预设变量 · Meta 变量 · Schema.org 变量 · 选择器变量 · 提示变量</a:t>
            </a:r>
          </a:p>
        </p:txBody>
      </p:sp>
      <p:sp>
        <p:nvSpPr>
          <p:cNvPr id="29" name="variable-types-note">
            <a:extLst xmlns:a="http://schemas.openxmlformats.org/drawingml/2006/main">
              <a:ext uri="{FF2B5EF4-FFF2-40B4-BE49-F238E27FC236}">
                <a16:creationId xmlns:a16="http://schemas.microsoft.com/office/drawing/2014/main" id="{E5F4FB9E-AE7D-4796-B236-75F281ACD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9339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D4A45"/>
                </a:solidFill>
              </a:defRPr>
            </a:pPr>
            <a:r>
              <a:rPr sz="1050" b="0">
                <a:solidFill>
                  <a:srgbClr val="3D4A45"/>
                </a:solidFill>
              </a:rPr>
              <a:t>不同网站提供的数据不一样，模板要根据页面变量选择合适来源。</a:t>
            </a:r>
          </a:p>
        </p:txBody>
      </p:sp>
      <p:sp>
        <p:nvSpPr>
          <p:cNvPr id="30" name="bottom-note-box">
            <a:extLst xmlns:a="http://schemas.openxmlformats.org/drawingml/2006/main">
              <a:ext uri="{FF2B5EF4-FFF2-40B4-BE49-F238E27FC236}">
                <a16:creationId xmlns:a16="http://schemas.microsoft.com/office/drawing/2014/main" id="{115C93B3-52BF-4E83-B771-4598EAC7B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600700"/>
            <a:ext cx="88582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0478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31" name="bottom-note-accent">
            <a:extLst xmlns:a="http://schemas.openxmlformats.org/drawingml/2006/main">
              <a:ext uri="{FF2B5EF4-FFF2-40B4-BE49-F238E27FC236}">
                <a16:creationId xmlns:a16="http://schemas.microsoft.com/office/drawing/2014/main" id="{8CF0E4FC-9AC6-4E15-A670-DA007E98C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600700"/>
            <a:ext cx="885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765">
            <a:solidFill>
              <a:srgbClr val="0F766E"/>
            </a:solidFill>
            <a:prstDash val="solid"/>
          </a:ln>
        </p:spPr>
      </p:sp>
      <p:sp>
        <p:nvSpPr>
          <p:cNvPr id="32" name="bottom-note">
            <a:extLst xmlns:a="http://schemas.openxmlformats.org/drawingml/2006/main">
              <a:ext uri="{FF2B5EF4-FFF2-40B4-BE49-F238E27FC236}">
                <a16:creationId xmlns:a16="http://schemas.microsoft.com/office/drawing/2014/main" id="{E013CCCB-8807-43AA-B78D-8B7799BEF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91200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模板不是固定文本，而是一套可复用的保存规则。通过变量提取标题、链接、作者、正文和结构化数据，Web Clipper 能让 raw 素材更稳定、更适合 LLM 后续处理。</a:t>
            </a:r>
          </a:p>
        </p:txBody>
      </p:sp>
    </p:spTree>
    <p:extLst>
      <p:ext uri="{BB962C8B-B14F-4D97-AF65-F5344CB8AC3E}">
        <p14:creationId xmlns:p14="http://schemas.microsoft.com/office/powerpoint/2010/main" val="19023483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71450" dist="69343" dir="4443276">
              <a:srgbClr val="000000">
                <a:alpha val="13000"/>
              </a:srgbClr>
            </a:outerShdw>
          </a:effectLst>
        </a:effectStyle>
        <a:effectStyle>
          <a:effectLst>
            <a:outerShdw blurRad="114300" dist="39273" dir="4557825">
              <a:srgbClr val="000000">
                <a:alpha val="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2026-06-22T17:59:05.7820000Z</dcterms:created>
  <dcterms:modified xsi:type="dcterms:W3CDTF">2026-06-22T17:59:05.7820000Z</dcterms:modified>
</coreProperties>
</file>