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829c652c434f2a" /><Relationship Type="http://schemas.openxmlformats.org/officeDocument/2006/relationships/extended-properties" Target="/docProps/app.xml" Id="Reee879cab2554e01" /><Relationship Type="http://schemas.openxmlformats.org/officeDocument/2006/relationships/officeDocument" Target="/ppt/presentation.xml" Id="R5126b2f1f12c41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9882b4fbde4d44"/>
  </p:sldMasterIdLst>
  <p:notesMasterIdLst>
    <p:notesMasterId xmlns:r="http://schemas.openxmlformats.org/officeDocument/2006/relationships" r:id="R238e501bc6f241a1"/>
  </p:notesMasterIdLst>
  <p:sldIdLst>
    <p:sldId xmlns:r="http://schemas.openxmlformats.org/officeDocument/2006/relationships" id="256" r:id="R43ce449d787f4d2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5c51b13a9743ba" /><Relationship Type="http://schemas.openxmlformats.org/officeDocument/2006/relationships/slideMaster" Target="/ppt/slideMasters/slideMaster1.xml" Id="Rb79882b4fbde4d44" /><Relationship Type="http://schemas.openxmlformats.org/officeDocument/2006/relationships/notesMaster" Target="/ppt/notesMasters/notesMaster1.xml" Id="R238e501bc6f241a1" /><Relationship Type="http://schemas.openxmlformats.org/officeDocument/2006/relationships/presProps" Target="/ppt/presProps.xml" Id="R71b359aacf314987" /><Relationship Type="http://schemas.openxmlformats.org/officeDocument/2006/relationships/tableStyles" Target="/ppt/tableStyles.xml" Id="Ra96897fa480548ec" /><Relationship Type="http://schemas.openxmlformats.org/officeDocument/2006/relationships/slide" Target="/ppt/slides/slide1.xml" Id="R43ce449d787f4d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21e0ffca8546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9e94e108b546ad" /><Relationship Type="http://schemas.openxmlformats.org/officeDocument/2006/relationships/notesMaster" Target="/ppt/notesMasters/notesMaster1.xml" Id="Rff36890a040e42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86c7a43e1745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e6bc3a489e43df" /><Relationship Type="http://schemas.openxmlformats.org/officeDocument/2006/relationships/slideLayout" Target="/ppt/slideLayouts/slideLayout1.xml" Id="R38b68643a8c048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b68643a8c048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d6f7754e54016" /><Relationship Type="http://schemas.openxmlformats.org/officeDocument/2006/relationships/notesSlide" Target="/ppt/notesSlides/notesSlide1.xml" Id="R83fadb2de24347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73CF97F-A963-4C32-A784-CCEC4DAC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20 / Q&amp;A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DB656DF0-3784-4E2B-9D4B-9613C65F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295275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BDD6945A-FF4C-4BED-9605-28731709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hanks-title">
            <a:extLst xmlns:a="http://schemas.openxmlformats.org/drawingml/2006/main">
              <a:ext uri="{FF2B5EF4-FFF2-40B4-BE49-F238E27FC236}">
                <a16:creationId xmlns:a16="http://schemas.microsoft.com/office/drawing/2014/main" id="{81550AFD-ADB1-48A7-A78D-A9D9DA76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101816"/>
                </a:solidFill>
              </a:defRPr>
            </a:pPr>
            <a:r>
              <a:rPr sz="5550" b="1">
                <a:solidFill>
                  <a:srgbClr val="101816"/>
                </a:solidFill>
              </a:rPr>
              <a:t>谢谢</a:t>
            </a:r>
          </a:p>
        </p:txBody>
      </p:sp>
      <p:sp>
        <p:nvSpPr>
          <p:cNvPr id="5" name="thanks-subtitle">
            <a:extLst xmlns:a="http://schemas.openxmlformats.org/drawingml/2006/main">
              <a:ext uri="{FF2B5EF4-FFF2-40B4-BE49-F238E27FC236}">
                <a16:creationId xmlns:a16="http://schemas.microsoft.com/office/drawing/2014/main" id="{DC39DC38-86A4-43E3-B6CC-03CEE773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4A45"/>
                </a:solidFill>
              </a:defRPr>
            </a:pPr>
            <a:r>
              <a:rPr sz="1875" b="1">
                <a:solidFill>
                  <a:srgbClr val="3D4A45"/>
                </a:solidFill>
              </a:rPr>
              <a:t>欢迎交流：如何把自己的资料编译成会生长的 Wiki</a:t>
            </a:r>
          </a:p>
        </p:txBody>
      </p:sp>
      <p:sp>
        <p:nvSpPr>
          <p:cNvPr id="6" name="thanks-raw">
            <a:extLst xmlns:a="http://schemas.openxmlformats.org/drawingml/2006/main">
              <a:ext uri="{FF2B5EF4-FFF2-40B4-BE49-F238E27FC236}">
                <a16:creationId xmlns:a16="http://schemas.microsoft.com/office/drawing/2014/main" id="{B6D2EE53-F1A8-4736-8BCA-1138FC32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"/>
            <a:ext cx="1428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thanks-raw-accent">
            <a:extLst xmlns:a="http://schemas.openxmlformats.org/drawingml/2006/main">
              <a:ext uri="{FF2B5EF4-FFF2-40B4-BE49-F238E27FC236}">
                <a16:creationId xmlns:a16="http://schemas.microsoft.com/office/drawing/2014/main" id="{6D78CF2D-E448-4EB2-99EE-45581D00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8" name="thanks-raw-title">
            <a:extLst xmlns:a="http://schemas.openxmlformats.org/drawingml/2006/main">
              <a:ext uri="{FF2B5EF4-FFF2-40B4-BE49-F238E27FC236}">
                <a16:creationId xmlns:a16="http://schemas.microsoft.com/office/drawing/2014/main" id="{45DE4235-5A2F-420D-93C8-A888B289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38575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16"/>
                </a:solidFill>
              </a:defRPr>
            </a:pPr>
            <a:r>
              <a:rPr sz="1575" b="1">
                <a:solidFill>
                  <a:srgbClr val="101816"/>
                </a:solidFill>
              </a:rPr>
              <a:t>raw/</a:t>
            </a:r>
          </a:p>
        </p:txBody>
      </p:sp>
      <p:sp>
        <p:nvSpPr>
          <p:cNvPr id="9" name="thanks-raw-detail">
            <a:extLst xmlns:a="http://schemas.openxmlformats.org/drawingml/2006/main">
              <a:ext uri="{FF2B5EF4-FFF2-40B4-BE49-F238E27FC236}">
                <a16:creationId xmlns:a16="http://schemas.microsoft.com/office/drawing/2014/main" id="{DCFDFD03-BD1C-4369-BD5A-C2EE1401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386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原始资料</a:t>
            </a:r>
          </a:p>
        </p:txBody>
      </p:sp>
      <p:sp>
        <p:nvSpPr>
          <p:cNvPr id="10" name="thanks-llm">
            <a:extLst xmlns:a="http://schemas.openxmlformats.org/drawingml/2006/main">
              <a:ext uri="{FF2B5EF4-FFF2-40B4-BE49-F238E27FC236}">
                <a16:creationId xmlns:a16="http://schemas.microsoft.com/office/drawing/2014/main" id="{8B3035E1-3B40-4F10-9C42-053E9D7D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1619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thanks-llm-accent">
            <a:extLst xmlns:a="http://schemas.openxmlformats.org/drawingml/2006/main">
              <a:ext uri="{FF2B5EF4-FFF2-40B4-BE49-F238E27FC236}">
                <a16:creationId xmlns:a16="http://schemas.microsoft.com/office/drawing/2014/main" id="{ED50B870-37C2-4731-8A4E-8B74F21E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2" name="thanks-llm-title">
            <a:extLst xmlns:a="http://schemas.openxmlformats.org/drawingml/2006/main">
              <a:ext uri="{FF2B5EF4-FFF2-40B4-BE49-F238E27FC236}">
                <a16:creationId xmlns:a16="http://schemas.microsoft.com/office/drawing/2014/main" id="{1984F378-3D17-4A84-ABA7-D6B0B975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004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16"/>
                </a:solidFill>
              </a:defRPr>
            </a:pPr>
            <a:r>
              <a:rPr sz="1950" b="1">
                <a:solidFill>
                  <a:srgbClr val="101816"/>
                </a:solidFill>
              </a:rPr>
              <a:t>LLM</a:t>
            </a:r>
          </a:p>
        </p:txBody>
      </p:sp>
      <p:sp>
        <p:nvSpPr>
          <p:cNvPr id="13" name="thanks-llm-detail">
            <a:extLst xmlns:a="http://schemas.openxmlformats.org/drawingml/2006/main">
              <a:ext uri="{FF2B5EF4-FFF2-40B4-BE49-F238E27FC236}">
                <a16:creationId xmlns:a16="http://schemas.microsoft.com/office/drawing/2014/main" id="{26DC6D45-79F6-4134-800B-2661E732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005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理解与编译</a:t>
            </a:r>
          </a:p>
        </p:txBody>
      </p:sp>
      <p:sp>
        <p:nvSpPr>
          <p:cNvPr id="14" name="thanks-wiki">
            <a:extLst xmlns:a="http://schemas.openxmlformats.org/drawingml/2006/main">
              <a:ext uri="{FF2B5EF4-FFF2-40B4-BE49-F238E27FC236}">
                <a16:creationId xmlns:a16="http://schemas.microsoft.com/office/drawing/2014/main" id="{226B8CD1-319D-493C-B10F-FCEE74F4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67125"/>
            <a:ext cx="1809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thanks-wiki-accent">
            <a:extLst xmlns:a="http://schemas.openxmlformats.org/drawingml/2006/main">
              <a:ext uri="{FF2B5EF4-FFF2-40B4-BE49-F238E27FC236}">
                <a16:creationId xmlns:a16="http://schemas.microsoft.com/office/drawing/2014/main" id="{7AE0D5D4-B64D-4D33-93DB-F509843D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671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6" name="thanks-wiki-title">
            <a:extLst xmlns:a="http://schemas.openxmlformats.org/drawingml/2006/main">
              <a:ext uri="{FF2B5EF4-FFF2-40B4-BE49-F238E27FC236}">
                <a16:creationId xmlns:a16="http://schemas.microsoft.com/office/drawing/2014/main" id="{2B4971E0-8094-4C9B-A66B-B7A71832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38575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16"/>
                </a:solidFill>
              </a:defRPr>
            </a:pPr>
            <a:r>
              <a:rPr sz="1575" b="1">
                <a:solidFill>
                  <a:srgbClr val="101816"/>
                </a:solidFill>
              </a:rPr>
              <a:t>wiki/</a:t>
            </a:r>
          </a:p>
        </p:txBody>
      </p:sp>
      <p:sp>
        <p:nvSpPr>
          <p:cNvPr id="17" name="thanks-wiki-detail">
            <a:extLst xmlns:a="http://schemas.openxmlformats.org/drawingml/2006/main">
              <a:ext uri="{FF2B5EF4-FFF2-40B4-BE49-F238E27FC236}">
                <a16:creationId xmlns:a16="http://schemas.microsoft.com/office/drawing/2014/main" id="{B83ADDD5-85CA-4285-9059-76EBA58D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386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长期知识资产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857500" y="4000500"/>
            <a:ext cx="152400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000750" y="4000500"/>
            <a:ext cx="152400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0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5388518A-18BE-4C21-AC02-3A3CEF1A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95875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保存只是开始，沉淀才会产生复利。</a:t>
            </a:r>
          </a:p>
        </p:txBody>
      </p:sp>
      <p:sp>
        <p:nvSpPr>
          <p:cNvPr id="2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19803BE-E346-4A20-9AF6-8B09853A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20 / 20</a:t>
            </a:r>
          </a:p>
        </p:txBody>
      </p:sp>
    </p:spTree>
    <p:extLst>
      <p:ext uri="{BB962C8B-B14F-4D97-AF65-F5344CB8AC3E}">
        <p14:creationId xmlns:p14="http://schemas.microsoft.com/office/powerpoint/2010/main" val="18104403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2026-06-22T18:13:21.6150000Z</dcterms:created>
  <dcterms:modified xsi:type="dcterms:W3CDTF">2026-06-22T18:13:21.6150000Z</dcterms:modified>
</coreProperties>
</file>